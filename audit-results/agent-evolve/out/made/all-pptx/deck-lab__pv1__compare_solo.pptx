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weeks</c:v>
                </c:pt>
              </c:strCache>
            </c:strRef>
          </c:tx>
          <c:spPr>
            <a:solidFill>
              <a:srgbClr val="9F7AF0"/>
            </a:solidFill>
          </c:spPr>
          <c:cat>
            <c:strRef>
              <c:f>Sheet1!$A$2:$A$3</c:f>
              <c:strCache>
                <c:ptCount val="2"/>
                <c:pt idx="0">
                  <c:v>Solo</c:v>
                </c:pt>
                <c:pt idx="1">
                  <c:v>Pair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Drop-off %</c:v>
                </c:pt>
              </c:strCache>
            </c:strRef>
          </c:tx>
          <c:spPr>
            <a:solidFill>
              <a:srgbClr val="B8AEE6"/>
            </a:solidFill>
          </c:spPr>
          <c:cat>
            <c:strRef>
              <c:f>Sheet1!$A$2:$A$3</c:f>
              <c:strCache>
                <c:ptCount val="2"/>
                <c:pt idx="0">
                  <c:v>Solo</c:v>
                </c:pt>
                <c:pt idx="1">
                  <c:v>Pair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45</c:v>
                </c:pt>
                <c:pt idx="1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4F1FF"/>
                </a:solidFill>
                <a:latin typeface="DejaVu Sans"/>
              </a:rPr>
              <a:t>SOLO VS. TEAM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9F7AF0"/>
                </a:solidFill>
                <a:latin typeface="DejaVu Sans"/>
              </a:rPr>
              <a:t>for the First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B8AEE6"/>
                </a:solidFill>
                <a:latin typeface="DejaVu Sans"/>
              </a:rPr>
              <a:t>Two ways to ship the same 30-day project, and what each actually costs.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deck-lab plugin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The Two Paths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1206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 w="12700">
            <a:solidFill>
              <a:srgbClr val="B8A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5EE6C8"/>
                </a:solidFill>
                <a:latin typeface="DejaVu Sans"/>
              </a:rPr>
              <a:t>Solo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Decision speed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Instant. The bottleneck is your attention, not a meeting.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Skill ceiling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The product is only as good as your weakest skill: UI, sales, infra.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Failure mode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You quit at week 3 because you are the single point of burnout.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51206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 w="12700">
            <a:solidFill>
              <a:srgbClr val="B8A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25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Two-person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Decision speed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Slower by one conversation, but the argument is the feature test.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Skill ceiling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Two curves instead of one: one owns the build, one owns the user.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Failure mode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Two people agree on the wrong thing and commit to it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Weeks to First Revenue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The trade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Solo is faster but half of them abandon the project.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The pair survives the slow weeks, which is where revenue actually shows 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Choosing in 20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1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List your skills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Be honest about what would be below the line if your name were off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1528" y="292608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2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Name the user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One person who will pay. If you cannot name them, you are not ready.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1888" y="292608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3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Pick the curve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Missing a skill? Find the co-builder. Missing commitment? Go solo.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292608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4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Set the exit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Agree on week 30 in writing: who owns what, who leaves, who stays.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The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Default solo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The cost of a wrong co-builder is higher than the cost of your weak skill. It is always.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39440"/>
            <a:ext cx="10515600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Exception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Two people only when one owns the user and the other owns the product, and the split is written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41520"/>
            <a:ext cx="10515600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Either way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The 30-day frame is the real decision. The team shape is just how you run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