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D9FFF"/>
                </a:solidFill>
                <a:latin typeface="Segoe UI"/>
              </a:rPr>
              <a:t>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E8EDF5"/>
                </a:solidFill>
                <a:latin typeface="Segoe UI"/>
              </a:rPr>
              <a:t>Manga Translator — Kiến trúc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8B4C8"/>
                </a:solidFill>
                <a:latin typeface="Segoe UI"/>
              </a:rPr>
              <a:t>Phân tích các lớp kiến trúc, thư mục và luồng xử lý của repo manga-translator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7A8AA8"/>
                </a:solidFill>
                <a:latin typeface="Segoe UI"/>
              </a:rPr>
              <a:t>Python 3.12+ • FastAPI • OpenCV • ONNX Runtime • React frontend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Cấu trúc thư mục cao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4415" cy="676656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Toàn bộ logic server: pipeline, detector, inpaint, OCR, render, translation, AI mode, agent, routers,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0008"/>
            <a:ext cx="11094415" cy="676656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gateway/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API gateway độc lập (FastAPI riêng): billing, token, quota, chuyển tiếp lên upstream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99815"/>
            <a:ext cx="11094415" cy="676656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7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scripts/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7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Benchmarks, test scripts, build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9624"/>
            <a:ext cx="11094415" cy="676656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14216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tests/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9976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Bao phủ unit và integration test toàn bộ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9431"/>
            <a:ext cx="11094415" cy="676656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64023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docs/ + plans/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29783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Tài liệu kiến trúc, design docs, ADR, 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094415" cy="676656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data/ + models/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Dữ liệu runtime (raw, processed, output) và model ONNX (Lama, Kiuyha, CTD)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LỚP XỬ LÝ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ChapterPipeline — luồng xử lý một chương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1.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Tải ảnh từ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6916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0843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2. Inpaint 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0843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Xóa chữ gốc, tạo clean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6916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3.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Phát hiện khung chữ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451" y="16916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051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4.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051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Nhận diện ký tự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850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5. Translate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507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Dịch sang ngôn ngữ đích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2243" y="35204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0843" y="36850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6.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843" y="40507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Vẽ chữ lên clean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3520440"/>
            <a:ext cx="2435275" cy="16002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36850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7.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0507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Gói chapter archive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LỚP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Các module chức năng chính trong app/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detector/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Detect text/bubble regions bằng model ONNX (CTD)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69164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5378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inpaint/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222199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Lama AI + manual mask — xóa chữ gốc, tạo ảnh clean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69164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3516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ocr/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3516" y="222199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Nhận diện ký tự, cache kết quả, language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08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9067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render/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5643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Vẽ chữ dịch lên ảnh clean, font matching, layout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6778" y="292608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309067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translation/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345643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Gọi API dịch (vision + text), multi-language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4916" y="292608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309067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downloader/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345643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Tải trang/chương từ web, parse 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2511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ai_mode/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9087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Pipeline AI full-auto: scan → clean → review → translate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6778" y="416052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5378" y="432511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visual_qc/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5378" y="469087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So sánh ảnh gốc vs clean bằng vision AI (QC)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44916" y="4160520"/>
            <a:ext cx="3359810" cy="10515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3516" y="432511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agent/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3516" y="4690872"/>
            <a:ext cx="290261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Manga Agent — LLM agent làm việc trên workspace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LỚP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app/routers/ — API endpoints (FastAPI)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chapters.py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CRUD chương, process, skip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6916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0843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editor.py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0843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Sửa text, style, repaint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6916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export.py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Render + export chapter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451" y="16916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051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render.py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051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Render snapshot,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27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ocr.py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935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OCR, language,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2243" y="30632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0843" y="3227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translation.py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843" y="35935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Dịch chapter + vision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30632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3227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ai_mode.py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35935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AI job, checkpoints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451" y="30632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051" y="3227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agent.py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051" y="35935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Agent sessions,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348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99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visual_qc.py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65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QC config, 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22243" y="44348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0843" y="4599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automation.py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0843" y="4965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Bulk text objects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5847" y="44348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447" y="4599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image.py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4447" y="4965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Serve + download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451" y="4434840"/>
            <a:ext cx="2435275" cy="11430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051" y="4599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account.py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051" y="4965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Login, checkout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LỚP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EDF5"/>
                </a:solidFill>
                <a:latin typeface="Segoe UI"/>
              </a:rPr>
              <a:t>gateway/ — API Gateway độc lập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59810" cy="12801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90261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FastAPI app riêng; chuyển tiếp LLM request lên upstream; token auth; quota; billing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691640"/>
            <a:ext cx="3359810" cy="12801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5378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billing.py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Tính chi phí theo token (input/output/cached); thanh toán qua Stripe/CRV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691640"/>
            <a:ext cx="3359810" cy="12801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3516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store.py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3516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SQLite store: tokens, quota, usage log; token validation + revocation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3359810" cy="12801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6499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mailer.py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3075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Gửi email xác nhận, thông báo; Mailgun/SMTP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6778" y="3200400"/>
            <a:ext cx="3359810" cy="12801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336499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373075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Route definitions: model → provider, price, reasoning effort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4916" y="3200400"/>
            <a:ext cx="3359810" cy="128016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336499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client.py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373075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Client SDK phía app: gọi gateway cho AI mode + visual QC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AI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app/ai_mode/ — Pipeline AI tự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Tải chương từ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6916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0843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0843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Bỏ lát credit/trống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6916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Inpaint xóa chữ gốc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451" y="16916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051" y="18562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051" y="22219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So sánh gốc vs clean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56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Translate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22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Dịch + chọn font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2243" y="32918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0843" y="3456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843" y="3822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Jev soát dịch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32918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3456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3822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Vẽ chữ cuối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451" y="3291840"/>
            <a:ext cx="2435275" cy="137160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051" y="34564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051" y="3822192"/>
            <a:ext cx="197807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Gói chapter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MANGA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app/agent/ — LLM Agent cho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session.py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90261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AgentSessionManager: tạo/sửa/xóa session; event log; approval flow; trust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69164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5378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models/llm.py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Tích hợp LLM: OpenAI-compatible API, tool calling,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69164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3516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tools/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3516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Các tool agent có thể dùng: read_file, write_file, run_command, web_search...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0215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skills/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6791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MCP skill system: skill manifest, skill loading, skill registry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6778" y="333756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350215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mcp/ + skills/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386791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MCP server (Model Context Protocol) + custom skills cho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4916" y="333756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350215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plugins/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386791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Extension plugin: register tools, commands, hooks, providers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EDF5"/>
                </a:solidFill>
                <a:latin typeface="Segoe UI"/>
              </a:rPr>
              <a:t>Luồng dữ liệu qua các thư mục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435275" cy="14630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8EDF5"/>
                </a:solidFill>
                <a:latin typeface="Segoe UI"/>
              </a:rPr>
              <a:t>data/raw/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9780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Ảnh gốc tải về (PNG, WEBP)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920240"/>
            <a:ext cx="2435275" cy="14630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0843" y="2084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8EDF5"/>
                </a:solidFill>
                <a:latin typeface="Segoe UI"/>
              </a:rPr>
              <a:t>data/processed/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0843" y="2450592"/>
            <a:ext cx="19780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Ảnh clean + manifest.json (sơ đồ metadata)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920240"/>
            <a:ext cx="2435275" cy="14630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447" y="2084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8EDF5"/>
                </a:solidFill>
                <a:latin typeface="Segoe UI"/>
              </a:rPr>
              <a:t>data/output/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450592"/>
            <a:ext cx="19780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Ảnh render cuối cùng + archive chapter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451" y="1920240"/>
            <a:ext cx="2435275" cy="14630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051" y="2084832"/>
            <a:ext cx="19780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8EDF5"/>
                </a:solidFill>
                <a:latin typeface="Segoe UI"/>
              </a:rPr>
              <a:t>models/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051" y="2450592"/>
            <a:ext cx="197807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Model ONNX: Lama, Kiuyha text, CTD seg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2203" y="260604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4D9FFF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5807" y="260604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4D9FFF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411" y="260604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4D9FFF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manifest.json là nguồn truth: mỗi page lưu boxes, OCR, translation, style, render snapshot. Tất cả cập nhật đi qua app/manifest_utils.py với file locking để đảm bảo atomic write.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62FE"/>
                </a:solidFill>
                <a:latin typeface="Segoe UI"/>
              </a:rPr>
              <a:t>BẢO MẬT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430"/>
                </a:solidFill>
                <a:latin typeface="Segoe UI"/>
              </a:rPr>
              <a:t>app/security.py — lớp bảo mật xuyên suốt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Validate chapter_id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Chỉ cho phép hex 8 ký tự; chống path traversal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69164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5378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URL sanitisation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Chặn private IP, localhost, credentials trong URL; giới hạn redirect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69164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3516" y="185623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Upload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3516" y="222199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Max 100MB/file, 500MB total, 300 files; format PNG/JPEG/WEBP/BMP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0215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PIL pixel 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6791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MAX_IMAGE_PIXELS = 100M; chặn memory bomb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6778" y="333756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350215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Request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386791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Max 50MB body; giới hạn text length per render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4916" y="3337560"/>
            <a:ext cx="3359810" cy="1417320"/>
          </a:xfrm>
          <a:prstGeom prst="round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3502152"/>
            <a:ext cx="29026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430"/>
                </a:solidFill>
                <a:latin typeface="Segoe UI"/>
              </a:rPr>
              <a:t>Path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3867912"/>
            <a:ext cx="290261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474"/>
                </a:solidFill>
                <a:latin typeface="Segoe UI"/>
              </a:rPr>
              <a:t>validate_managed_path() giữ mọi file trong raw/processed/output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TỔNG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EDF5"/>
                </a:solidFill>
                <a:latin typeface="Segoe UI"/>
              </a:rPr>
              <a:t>Kiến trúc 5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94415" cy="7772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6479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Lớp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647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DF5"/>
                </a:solidFill>
                <a:latin typeface="Segoe UI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01368"/>
            <a:ext cx="68881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React + Vite frontend (static) — app.html + app.js, Tailwind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094415" cy="7772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Lớp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3347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DF5"/>
                </a:solidFill>
                <a:latin typeface="Segoe UI"/>
              </a:rPr>
              <a:t>API /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70048"/>
            <a:ext cx="68881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FastAPI routers (chapters, editor, export, ocr, translation, ai_mode, agent...)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11094415" cy="7772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Lớp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0215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DF5"/>
                </a:solidFill>
                <a:latin typeface="Segoe UI"/>
              </a:rPr>
              <a:t>Domain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38728"/>
            <a:ext cx="68881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Pipeline, Detector, Inpaint, OCR, Render, Translation, AI Mode modules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79"/>
            <a:ext cx="11094415" cy="7772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1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Lớp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70831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DF5"/>
                </a:solidFill>
                <a:latin typeface="Segoe UI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07407"/>
            <a:ext cx="68881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Gateway (LLM proxy + billing), Security, Config, Data dirs,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66360"/>
            <a:ext cx="11094415" cy="77724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3951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Lớp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3951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DF5"/>
                </a:solidFill>
                <a:latin typeface="Segoe UI"/>
              </a:rPr>
              <a:t>Agent /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276088"/>
            <a:ext cx="68881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Manga Agent (LLM + tools + skills + MCP), AI Mode pipeline, Visual QC</a:t>
            </a:r>
          </a:p>
        </p:txBody>
      </p:sp>
    </p:spTree>
  </p:cSld>
  <p:transition xmlns:p="http://schemas.openxmlformats.org/presentationml/2006/main"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