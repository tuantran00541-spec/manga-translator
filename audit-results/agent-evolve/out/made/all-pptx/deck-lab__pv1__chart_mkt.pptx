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Sheet1!$A$2:$A$5</c:f>
              <c:strCache>
                <c:ptCount val="4"/>
                <c:pt idx="0">
                  <c:v>Visit</c:v>
                </c:pt>
                <c:pt idx="1">
                  <c:v>Sign-up</c:v>
                </c:pt>
                <c:pt idx="2">
                  <c:v>Trial</c:v>
                </c:pt>
                <c:pt idx="3">
                  <c:v>Paid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Sheet1!$A$2:$A$5</c:f>
              <c:strCache>
                <c:ptCount val="4"/>
                <c:pt idx="0">
                  <c:v>Visit</c:v>
                </c:pt>
                <c:pt idx="1">
                  <c:v>Sign-up</c:v>
                </c:pt>
                <c:pt idx="2">
                  <c:v>Trial</c:v>
                </c:pt>
                <c:pt idx="3">
                  <c:v>Paid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18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MARKET ENTRY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via Data, Not Gut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How a small team picks its first niche using funnel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plugin v1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Why Data-First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Bias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Founders overestimate fit by ~3x. The funnel exists to find out before you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39440"/>
            <a:ext cx="1051560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Speed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Four metrics in two weeks beats a market study in two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41520"/>
            <a:ext cx="10515600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Cost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cheapest test is a landing page plus one ad spend 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Funnel Shape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Where the fix lands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sign-up to trial step moved most. That is where the copy fix went.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Every stage has a ceiling; know which one you are moving.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Two-Week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916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Ship the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40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value line, one price, one button. No more.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43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Buy the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channel, one spend tier, run it for five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947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Read the funnel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3434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Find the step with the worst ratio; that is the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F7AF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1FF"/>
                </a:solidFill>
                <a:latin typeface="DejaVu Sans"/>
              </a:rPr>
              <a:t>Cut the losers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94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Drop anything under 0.5x baseline after the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Pick One Niche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Niche A — SMB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Willingness to pay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Fast, small, no sales call needed.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Churn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High. They leave when the tool stops saving an hour.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Win condition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Volume: 100 small yeses beat 10 big 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Niche B — Mid-market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Willingness to pay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Slower, bigger, needs one phone call.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Churn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Low. They integrate you into the workflow.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Win condition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Depth: five accounts that renew for a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