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CRDT</c:v>
                </c:pt>
              </c:strCache>
            </c:strRef>
          </c:tx>
          <c:spPr>
            <a:solidFill>
              <a:srgbClr val="9F7AF0"/>
            </a:solidFill>
          </c:spPr>
          <c:cat>
            <c:strRef>
              <c:f>Sheet1!$A$2:$A$5</c:f>
              <c:strCache>
                <c:ptCount val="4"/>
                <c:pt idx="0">
                  <c:v>Client CPU</c:v>
                </c:pt>
                <c:pt idx="1">
                  <c:v>Server</c:v>
                </c:pt>
                <c:pt idx="2">
                  <c:v>Offline time</c:v>
                </c:pt>
                <c:pt idx="3">
                  <c:v>Bug surface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4</c:v>
                </c:pt>
                <c:pt idx="2">
                  <c:v>9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</c:v>
                </c:pt>
              </c:strCache>
            </c:strRef>
          </c:tx>
          <c:spPr>
            <a:solidFill>
              <a:srgbClr val="B8AEE6"/>
            </a:solidFill>
          </c:spPr>
          <c:cat>
            <c:strRef>
              <c:f>Sheet1!$A$2:$A$5</c:f>
              <c:strCache>
                <c:ptCount val="4"/>
                <c:pt idx="0">
                  <c:v>Client CPU</c:v>
                </c:pt>
                <c:pt idx="1">
                  <c:v>Server</c:v>
                </c:pt>
                <c:pt idx="2">
                  <c:v>Offline time</c:v>
                </c:pt>
                <c:pt idx="3">
                  <c:v>Bug surface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SYNC OR STOMP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Collaborative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Two architectures for the same feature, and where each one actually hurts.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plugin v4</a:t>
            </a:r>
          </a:p>
        </p:txBody>
      </p:sp>
    </p:spTree>
  </p:cSld>
  <p:clrMapOvr>
    <a:masterClrMapping/>
  </p:clrMapOvr>
  <p:transition spd="med">
    <p:blinds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CRDT vs. 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EE6C8"/>
                </a:solidFill>
                <a:latin typeface="DejaVu Sans"/>
              </a:rPr>
              <a:t>CRDT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Conflict model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Deterministic. Two offline edits merge correctly, no arbitration.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Client cost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High. Every byte arrives as a delta; convergence is the client job.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Failure mode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You build it badly once, then it is wrong forever and hard to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F7AF0"/>
                </a:solidFill>
                <a:latin typeface="DejaVu Sans"/>
              </a:rPr>
              <a:t>★ CRDT: offline-first, no server authority. Heavier merge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Conflict model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Arbitrated. A server re-transforms late edits; the order is the rule.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Client cost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Low. A single transform step per operation; state stays small.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Failure mode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The server is the source of truth; a dropped edit can vanish.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394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F7AF0"/>
                </a:solidFill>
                <a:latin typeface="DejaVu Sans"/>
              </a:rPr>
              <a:t>★ OT: central authority, lighter client. Every offline edit is a gamble.</a:t>
            </a:r>
          </a:p>
        </p:txBody>
      </p:sp>
    </p:spTree>
  </p:cSld>
  <p:clrMapOvr>
    <a:masterClrMapping/>
  </p:clrMapOvr>
  <p:transition spd="med">
    <p:blinds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Cost Shape at 10k Users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Where it bites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CRDT: the client bill grows every time you add a user.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OT: the server bill does, and offline is the quiet risk.</a:t>
            </a:r>
          </a:p>
        </p:txBody>
      </p:sp>
    </p:spTree>
  </p:cSld>
  <p:clrMapOvr>
    <a:masterClrMapping/>
  </p:clrMapOvr>
  <p:transition spd="med">
    <p:blinds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Choosing in One Meeting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Offline length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How long will users really be offline? Hours means CRDT; seconds means OT is fine.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52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Edit concurrency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How many people touch the same paragraph in one hour? That number picks the conflict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Server trust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Can the team own the server failure path? OT requires that; CRDT does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One-line test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Two users edit the same word offline, both return. The architecture that makes that boring wins.</a:t>
            </a:r>
          </a:p>
        </p:txBody>
      </p:sp>
    </p:spTree>
  </p:cSld>
  <p:clrMapOvr>
    <a:masterClrMapping/>
  </p:clrMapOvr>
  <p:transition spd="med">
    <p:blinds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What CRDT hides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merge is a state machine you maintain for years. Its bugs only appear at three users, not two.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What OT hides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Offline is the test you never ran. The first network blip is when the architecture actually starts running.</a:t>
            </a:r>
          </a:p>
        </p:txBody>
      </p:sp>
    </p:spTree>
  </p:cSld>
  <p:clrMapOvr>
    <a:masterClrMapping/>
  </p:clrMapOvr>
  <p:transition spd="med">
    <p:blinds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Decision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Write it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One line: the conflict model, the offline-length assumption, who owns the transform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43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Pick the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The regression that kills a wrong choice is the two-offline-users scenario. It is in CI before launch.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Name the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Which side of the chart is the real bill? Say it out loud in the decision 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Schedule the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The assumption list gets re-read at 30 days. The assumption that broke is the next project.</a:t>
            </a:r>
          </a:p>
        </p:txBody>
      </p:sp>
    </p:spTree>
  </p:cSld>
  <p:clrMapOvr>
    <a:masterClrMapping/>
  </p:clrMapOvr>
  <p:transition spd="med">
    <p:blinds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