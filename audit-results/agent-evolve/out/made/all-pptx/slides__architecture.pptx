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Kien truc he thong manga-translator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Ung dung dich manga local: nhan file - do o chu - xoa nen - OCR - dich AI - render va xuat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Tong quan 2 tie trinh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App (FastAPI, :8100) - chay local tren may user, chua toan bo pipeline CV 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Gateway (FastAPI, :8200) - chay tren server cloud, chi xu ly xac thuc + billing + proxy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Tuong tac: app goi /v1/... cua gateway qua MANGA_CLOUD_URL khi bat A.I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Mo hinh ML (OCR/inpaint) tai 1 lan theo VERSION + hash, cache trong app/models/ va app/models_paddle/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Cau truc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Tin chuang chinh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Routers (app/routers/)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Co che cross-cutting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Lop Pipeline (trai tim xu 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pipeline.py - ChapterPipeline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36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9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detector/ (CV)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inpaint/ (CV)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ocr/ (OCR)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render/ (raster)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98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optimized_pipeline.py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Quy trinh xu ly 1 chuong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1. Slice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2. Detect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3. Inpaint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4. OCR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5. Render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6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6. Gateway (A.I)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Thu muc du lieu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Design pattern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Chuc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Gioi han (billing)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Lop AI (provider abstraction)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ai_providers.py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36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9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secret_store.py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cloud.py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translation/vision.py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visual_qc/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982200" y="1188720"/>
            <a:ext cx="172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9360" y="1417320"/>
            <a:ext cx="144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agent/ (A.I mode)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He thong tests va kiem chung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tests/ - pytest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scripts/health_check.py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scripts/gpu_check.py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data/ + fixtures/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/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MANH: tach app/gateway ro rang (user local + cloud billing); file-based khong DB, de debug; locking da tang chong data race; provider-agnostic (7+ OCR, 5+ AI, 2 GPU); pipeline parallel + JobManager cancel/progress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7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YEU: khong DB quan he, scaling data nang kho; model tai 1 lan ~600MB; gateway don may SQLite + 100MB RAM; OCR retry heuristic phuc tap; font CJK lon + PDF memory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De xuat cai tien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Chuyen manifest.json sang SQLite local (per-chapter), giu atomic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937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Them streaming progress (SSE/WebSocket) thay vi polling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701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Tach OCR retry heuristic thanh strategy object, de extend ngon ngu moi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HA cho gateway: SQLite sang Postgres, them read replica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937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Cache AI responses theo (chapter, box, model, version) giam phi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701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Tu dong downgrade GPU sang CPU khi OOM (hien chi fallback Laplacian)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Xung quanh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Tom 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2 tie trinh: app local (FastAPI + CV + OCR + AI) va gateway cloud (auth + billing + proxy)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937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4 buoc pipeline: slice - detect - inpaint - OCR + render + (tuy chon) dich AI qua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701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Storage file-based: raw/ - processed/&lt;id&gt;/manifest.json - output/&lt;id&gt;/, atomic write + FileLock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Provider-agnostic: 7 OCR, 5 AI, 2 GPU backend (ONNX Runtime / Paddle)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937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An toan: path-traversal guard, upload cap, URL allowlist, HMAC cookie, quota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70120"/>
            <a:ext cx="5029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Kiem chung: ~550 tests + health_check.py (6 kich ban) + gpu_check.py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