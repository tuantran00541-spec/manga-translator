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54864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MCP Smoke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8E2D8"/>
                </a:solidFill>
                <a:latin typeface="DejaVu Sans"/>
              </a:rPr>
              <a:t>Built via tools/call over stdio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1</a:t>
            </a:r>
          </a:p>
        </p:txBody>
      </p:sp>
    </p:spTree>
  </p:cSld>
  <p:clrMapOvr>
    <a:masterClrMapping/>
  </p:clrMapOvr>
  <p:transition spd="med">
    <p:fade dur="50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Two stops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56231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6771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DejaVu Sans"/>
              </a:rPr>
              <a:t>One slide, one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92B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07791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DejaVu Sans"/>
              </a:rPr>
              <a:t>The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latin typeface="DejaVu Sans"/>
              </a:rPr>
              <a:t>check_deck says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2</a:t>
            </a:r>
          </a:p>
        </p:txBody>
      </p:sp>
    </p:spTree>
  </p:cSld>
  <p:clrMapOvr>
    <a:masterClrMapping/>
  </p:clrMapOvr>
  <p:transition spd="med">
    <p:fade dur="50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Defect-free across three rounds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868680" cy="20574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75%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9020" y="1645919"/>
            <a:ext cx="868680" cy="2468880"/>
          </a:xfrm>
          <a:prstGeom prst="rect">
            <a:avLst/>
          </a:prstGeom>
          <a:solidFill>
            <a:srgbClr val="4A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8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80" y="1325879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868680" cy="2743200"/>
          </a:xfrm>
          <a:prstGeom prst="rect">
            <a:avLst/>
          </a:prstGeom>
          <a:solidFill>
            <a:srgbClr val="6B9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1879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0515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2A3A"/>
                </a:solidFill>
                <a:latin typeface="DejaVu Sans"/>
              </a:rPr>
              <a:t>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6400800" cy="13716"/>
          </a:xfrm>
          <a:prstGeom prst="rect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DejaVu Sans"/>
              </a:rPr>
              <a:t>share of hard defects resolved per 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A90D9"/>
                </a:solidFill>
                <a:latin typeface="DejaVu Sans"/>
              </a:rPr>
              <a:t>How to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51460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3A5C"/>
                </a:solidFill>
                <a:latin typeface="DejaVu Sans"/>
              </a:rPr>
              <a:t>Round 3 is the first fully clean pass.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3</a:t>
            </a:r>
          </a:p>
        </p:txBody>
      </p:sp>
    </p:spTree>
  </p:cSld>
  <p:clrMapOvr>
    <a:masterClrMapping/>
  </p:clrMapOvr>
  <p:transition spd="med">
    <p:fade dur="50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554480"/>
            <a:ext cx="54864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DejaVu Sans"/>
              </a:rPr>
              <a:t>The plugin speaks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initialize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tools/list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tools/call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ejaVu Sans"/>
              </a:rPr>
              <a:t>A .pptx made entirely over stdio.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4</a:t>
            </a:r>
          </a:p>
        </p:txBody>
      </p:sp>
    </p:spTree>
  </p:cSld>
  <p:clrMapOvr>
    <a:masterClrMapping/>
  </p:clrMapOvr>
  <p:transition spd="med">
    <p:fade dur="50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