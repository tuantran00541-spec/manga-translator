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62FE"/>
                </a:solidFill>
                <a:latin typeface="Segoe UI"/>
              </a:rPr>
              <a:t>A DECK-LAB STUDY IN 7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1F2430"/>
                </a:solidFill>
                <a:latin typeface="Segoe UI"/>
              </a:rPr>
              <a:t>How Code Reviews
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5B6474"/>
                </a:solidFill>
                <a:latin typeface="Segoe UI"/>
              </a:rPr>
              <a:t>What a good review checks, how to comment without friction, and how to
keep the process fast enough that it never blocks the merge.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Five ideas, three minutes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3794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F62FE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0136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The goal is risk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0136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A review is a second set of eyes before production — not a style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9192"/>
            <a:ext cx="11091672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25496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F62FE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88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Before you request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88920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Small diffs, good titles, a checklist you already ran yourself.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66744"/>
            <a:ext cx="11091672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1304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F62FE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7647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What a good comment looks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76472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Concrete, actionable, kind; tied to a line and a reason.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11091672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F62FE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64024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The author's 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764024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How to receive feedback and when to push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41848"/>
            <a:ext cx="11091672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8815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F62FE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751576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Keeping the pipeline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751576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SLAs, async notes, and when a review is not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IDEA 1 — 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Risk reduction, not nitpicking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5B6474"/>
                </a:solidFill>
                <a:latin typeface="Segoe UI"/>
              </a:rPr>
              <a:t>Every review question reduces the chance something ships broken:
a subtle race, a wrong default, a missing edge case in the parser.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3474720" cy="2194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430"/>
                </a:solidFill>
                <a:latin typeface="Segoe UI"/>
              </a:rPr>
              <a:t>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Does the code do what the title promises? Trace the new path yourself before commenting.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834640"/>
            <a:ext cx="3474720" cy="2194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430"/>
                </a:solidFill>
                <a:latin typeface="Segoe UI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6118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Is the new behavior covered? A bug fix without a failing test is a re-shipping waiting to happen.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2834640"/>
            <a:ext cx="3474720" cy="2194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430"/>
                </a:solidFill>
                <a:latin typeface="Segoe UI"/>
              </a:rPr>
              <a:t>Longevity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36118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Will this confuse the next person at 2 a.m.? Optimize for the reader, not the author.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IDEA 2 — BEFORE YOU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Half the work happens before /review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65376"/>
            <a:ext cx="365760" cy="3657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379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Diff under ~400 changed lines; split the work if it is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51176"/>
            <a:ext cx="11091672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24912"/>
            <a:ext cx="365760" cy="3657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34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Title says the outcome, not the task: “Fix invoice rounding” not “math changes”.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0712"/>
            <a:ext cx="11091672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584448"/>
            <a:ext cx="365760" cy="3657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570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You already ran the tests, the linter, and read your own diff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0248"/>
            <a:ext cx="11091672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443984"/>
            <a:ext cx="365760" cy="3657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165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Left no “TODO: fix later” — finish the small thing or move it to an issue.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B6474"/>
                </a:solidFill>
                <a:latin typeface="Segoe UI"/>
              </a:rPr>
              <a:t>Reviewers can only help with problems they can see in the diff.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IDEA 3 — 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Concrete, actionable, kind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474"/>
                </a:solidFill>
                <a:latin typeface="Segoe UI"/>
              </a:rPr>
              <a:t>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2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Segoe UI"/>
              </a:rPr>
              <a:t>This is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9192"/>
            <a:ext cx="11091672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474"/>
                </a:solidFill>
                <a:latin typeface="Segoe UI"/>
              </a:rPr>
              <a:t>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62072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Segoe UI"/>
              </a:rPr>
              <a:t>Why did you do it like this? Maybe just refactor everything.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66744"/>
            <a:ext cx="11091672" cy="86868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5818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49624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Segoe UI"/>
              </a:rPr>
              <a:t>L42: the loop skips i = 0, so the first invoice is never billed. Add a test that bills order 1? (bug)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54296"/>
            <a:ext cx="11091672" cy="86868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45736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837176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Segoe UI"/>
              </a:rPr>
              <a:t>Consider `Decimal` here — floats make 0.1 + 0.2 ≠ 0.3. Happy to split it into a follow-up if that is a lot of work. (suggestion)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IDEA 4 — THE AUTHOR'S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Receiving feedback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Default to “thank you”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Most feedback is noise; the useful 20% still saves time. Reply to every point, even “LGTM”.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Push back with evidence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“I measured: the cache hit is 40%, so the extra call is fine here” beats “works on my machine”.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Fix it or explain it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Unaddressed comments stall the merge more than a short written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30952" cy="40233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572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RULE OF THUMB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If you cannot say it in two sentences, it does not belong in the thread.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 200-line comment becomes a new document — link it instead.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IDEA 5 —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430"/>
                </a:solidFill>
                <a:latin typeface="Segoe UI"/>
              </a:rPr>
              <a:t>Reviews that do not block the 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F62FE"/>
                </a:solidFill>
                <a:latin typeface="Segoe UI"/>
              </a:rPr>
              <a:t>24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request-to-first-reply 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69164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F62FE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423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reviewers max; two is faster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9164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87451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F62FE"/>
                </a:solidFill>
                <a:latin typeface="Segoe UI"/>
              </a:rP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23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per comment, or skip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69164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87451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F62FE"/>
                </a:solidFill>
                <a:latin typeface="Segoe U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423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of hotfixes may skip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109167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Takeaway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A code review is a risk-reduction tool, not a gate.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F2430"/>
                </a:solidFill>
                <a:latin typeface="Segoe UI"/>
              </a:rPr>
              <a:t>Small diffs, prepared authors, kind concrete comments, and a reply SLA keep it fast — and that is the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