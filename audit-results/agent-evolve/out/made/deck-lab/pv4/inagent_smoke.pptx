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4F1FF"/>
                </a:solidFill>
                <a:latin typeface="DejaVu Sans"/>
              </a:rPr>
              <a:t>IN-AGENT CHECK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9F7AF0"/>
                </a:solidFill>
                <a:latin typeface="DejaVu Sans"/>
              </a:rPr>
              <a:t>plugin still 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B8AEE6"/>
                </a:solidFill>
                <a:latin typeface="DejaVu Sans"/>
              </a:rPr>
              <a:t>Confirms the synced v4 plugin works both in-agent and over MCP.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Two Transports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53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in-agent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make_deck and check_deck_tool registered via the plugin hook; session-scoped.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9F7AF0"/>
                </a:solidFill>
                <a:latin typeface="DejaVu Sans"/>
              </a:rPr>
              <a:t>★ Same code, no stdout constraints.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188720"/>
            <a:ext cx="5532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MCP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The same tools served over JSON-RPC 2.0 stdio by deck-lab/mcp_server.py.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9F7AF0"/>
                </a:solidFill>
                <a:latin typeface="DejaVu Sans"/>
              </a:rPr>
              <a:t>★ Stdout must stay pure JSON.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check_deck.py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40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>Now resolved relative to the plugin with an absolute fallback, so it works from any CWD.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834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stdout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383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>QC prints are captured so stray text never breaks the MCP JSON-RPC framing.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97763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Duplicate line removed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52627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>The doubled importlib spec line from the patch collision is gone.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