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MCP SMOKE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deck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Built through JSON-RPC 2.0 over stdio, not the in-agent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mcp check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initialize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Client and server agree on the protocol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tools/list returns make_deck and check_deck_tool.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call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tools/call builds a real pptx from a JSON 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verify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The file exists on disk and passes QC.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Why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Portable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Any MCP host (Claude, VS Code, this agent) drives the same builder.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Stateless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Each call carries the full spec; no session to babysit.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776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Checkable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26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8AEE6"/>
                </a:solidFill>
                <a:latin typeface="DejaVu Sans"/>
              </a:rPr>
              <a:t>check_deck_tool rides the same transport, so build and QC stay paired.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