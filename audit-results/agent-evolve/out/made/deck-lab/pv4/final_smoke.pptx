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241E3C"/>
                </a:solidFill>
                <a:latin typeface="DejaVu Sans"/>
              </a:rPr>
              <a:t>SMOKE TEST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6E46E0"/>
                </a:solidFill>
                <a:latin typeface="DejaVu Sans"/>
              </a:rPr>
              <a:t>v4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378"/>
                </a:solidFill>
                <a:latin typeface="DejaVu Sans"/>
              </a:rPr>
              <a:t>Confirming the mounted plugin writes a real, QC-passing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deck-lab final check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Four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Build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make_deck writes the pptx from a JSON spec.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152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E46E0"/>
                </a:solidFill>
                <a:latin typeface="DejaVu Sans"/>
              </a:rP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Render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soffice converts to PDF; pdftoppm makes PNGs.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E46E0"/>
                </a:solidFill>
                <a:latin typeface="DejaVu San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QC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check_deck_tool flags overflow, overlap, contrast, margins.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E46E0"/>
                </a:solidFill>
                <a:latin typeface="DejaVu San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Ship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CLEAN on the rendered PNG is the bar.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v1 vs. v4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A5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A6B55"/>
                </a:solidFill>
                <a:latin typeface="DejaVu Sans"/>
              </a:rPr>
              <a:t>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Save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Returned 'saved' without writing the file.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Transitions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Not supported at all.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Takeaways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Compare had no conclusion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E46E0"/>
                </a:solidFill>
                <a:latin typeface="DejaVu Sans"/>
              </a:rPr>
              <a:t>★ v1: no save call, arrows overflow.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A5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Save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prs.save called, then the filesystem is checked.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Transitions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push, fade, wipe, blinds, dissolve via lxml.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Takeaways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One star line per compare column.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394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E46E0"/>
                </a:solidFill>
                <a:latin typeface="DejaVu Sans"/>
              </a:rPr>
              <a:t>★ v4: verified save, transitions, takeaways.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