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 %</c:v>
                </c:pt>
              </c:strCache>
            </c:strRef>
          </c:tx>
          <c:spPr>
            <a:solidFill>
              <a:srgbClr val="6E46E0"/>
            </a:solidFill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Input</c:v>
                </c:pt>
                <c:pt idx="2">
                  <c:v>Win</c:v>
                </c:pt>
                <c:pt idx="3">
                  <c:v>Day 3</c:v>
                </c:pt>
                <c:pt idx="4">
                  <c:v>Day 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72</c:v>
                </c:pt>
                <c:pt idx="2">
                  <c:v>41</c:v>
                </c:pt>
                <c:pt idx="3">
                  <c:v>28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 %</c:v>
                </c:pt>
              </c:strCache>
            </c:strRef>
          </c:tx>
          <c:spPr>
            <a:solidFill>
              <a:srgbClr val="5A5378"/>
            </a:solidFill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Input</c:v>
                </c:pt>
                <c:pt idx="2">
                  <c:v>Win</c:v>
                </c:pt>
                <c:pt idx="3">
                  <c:v>Day 3</c:v>
                </c:pt>
                <c:pt idx="4">
                  <c:v>Day 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84</c:v>
                </c:pt>
                <c:pt idx="2">
                  <c:v>62</c:v>
                </c:pt>
                <c:pt idx="3">
                  <c:v>45</c:v>
                </c:pt>
                <c:pt idx="4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41E3C"/>
                </a:solidFill>
                <a:latin typeface="DejaVu Sans"/>
              </a:rPr>
              <a:t>ONBOARDING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6E46E0"/>
                </a:solidFill>
                <a:latin typeface="DejaVu Sans"/>
              </a:rPr>
              <a:t>as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378"/>
                </a:solidFill>
                <a:latin typeface="DejaVu Sans"/>
              </a:rPr>
              <a:t>Treating new-user setup as the highest-leverage feature you 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deck-lab plugin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Five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Promise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One sentence of what they get in 5 minutes. No feature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5456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One input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The first screen asks for the single thing that personalizes everything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2936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First win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A result on screen in under two minutes, before any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Ritual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Three small actions per day, one of them visible to a peer.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2608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1280160"/>
            <a:ext cx="2029968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1554480"/>
            <a:ext cx="175564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6B55"/>
                </a:solidFill>
                <a:latin typeface="DejaVu Sans"/>
              </a:rPr>
              <a:t>STEP 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41E3C"/>
                </a:solidFill>
                <a:latin typeface="DejaVu Sans"/>
              </a:rPr>
              <a:t>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Day 7: one question, 'what almost stopped you?' That is the next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Each step has a metric: reach, completion, time-to-win, day-7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Drop-off by Step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A6B55"/>
                </a:solidFill>
                <a:latin typeface="DejaVu Sans"/>
              </a:rPr>
              <a:t>The cliff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The win-to-day-3 step lost the most users.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Fixing it doubled day-7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Skip the settings page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No accounts, no teams, no import. The first session is about the win, not the admin screen.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Everything the settings page offers can wait for week two.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"/>
            <a:ext cx="54864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8229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E46E0"/>
                </a:solidFill>
                <a:latin typeface="DejaVu Sans"/>
              </a:rPr>
              <a:t>Skip the tutorial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A tutorial is a promise nobody keeps. One real task beats ten fake ones.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1E3C"/>
                </a:solidFill>
                <a:latin typeface="DejaVu Sans"/>
              </a:rPr>
              <a:t>The product teaches itself when the first win is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6E46E0"/>
                </a:solidFill>
                <a:latin typeface="DejaVu Sans"/>
              </a:rPr>
              <a:t>The Review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Group the exits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Every 'almost stopped you' answer goes into one of three buckets: didn't get it, didn't care, couldn't finish.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Fix one 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Pick the bucket with the most users, not the most dramatic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Measure the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Only the step you changed gets a new drop-off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E46E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41E3C"/>
                </a:solidFill>
                <a:latin typeface="DejaVu Sans"/>
              </a:rPr>
              <a:t>Kill the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5378"/>
                </a:solidFill>
                <a:latin typeface="DejaVu Sans"/>
              </a:rPr>
              <a:t>Onboarding features that haven't moved a number in a quarter get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