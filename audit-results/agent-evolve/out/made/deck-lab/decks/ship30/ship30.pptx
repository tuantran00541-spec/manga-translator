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Features shipped</c:v>
                </c:pt>
              </c:strCache>
            </c:strRef>
          </c:tx>
          <c:spPr>
            <a:solidFill>
              <a:srgbClr val="6E46E0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Polishing hours</c:v>
                </c:pt>
              </c:strCache>
            </c:strRef>
          </c:tx>
          <c:spPr>
            <a:solidFill>
              <a:srgbClr val="5A5378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8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241E3C"/>
                </a:solidFill>
                <a:latin typeface="DejaVu Sans"/>
              </a:rPr>
              <a:t>SHIP A SIDE PROJECT</a:t>
            </a:r>
          </a:p>
          <a:p>
            <a:pPr>
              <a:spcAft>
                <a:spcPts val="0"/>
              </a:spcAft>
            </a:pPr>
            <a:r>
              <a:rPr sz="4000" b="1">
                <a:solidFill>
                  <a:srgbClr val="6E46E0"/>
                </a:solidFill>
                <a:latin typeface="DejaVu Sans"/>
              </a:rPr>
              <a:t>in 30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5A5378"/>
                </a:solidFill>
                <a:latin typeface="DejaVu Sans"/>
              </a:rPr>
              <a:t>A week-by-week operating system for people who keep 100 ideas and launch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deck-lab exercise · 30-day sprint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47120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Why Most Side Projects 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A6B55"/>
                </a:solidFill>
                <a:latin typeface="DejaVu Sans"/>
              </a:rPr>
              <a:t>Scope creep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Week one is fine. Week two adds a login system. Week three needs a mobile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A6B55"/>
                </a:solidFill>
                <a:latin typeface="DejaVu Sans"/>
              </a:rPr>
              <a:t>Perfectness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You polish the landing page for two weeks instead of shipping the broken 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378"/>
                </a:solidFill>
                <a:latin typeface="DejaVu Sans"/>
              </a:rPr>
              <a:t>No exit criteria. A project without 'done' is a hobby. The 30-day frame forces a definition of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Five-Week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48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W1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Pick &amp; 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feature that embarrasses you enough to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188720"/>
            <a:ext cx="2148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371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Build the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74320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Ugly but works end to end. No auth, no settings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188720"/>
            <a:ext cx="2148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371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Ship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74320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Deploy, link, announce. 10 friends, 3 strangers.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59" y="1188720"/>
            <a:ext cx="2148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1371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W4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Listen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74320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Read every comment. Fix the top three complaints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188720"/>
            <a:ext cx="2148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3716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W5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96596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Second 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74320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new feature max. Everything else goes on the 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Velocity: What Actually Gets Done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A6B55"/>
                </a:solidFill>
                <a:latin typeface="DejaVu Sans"/>
              </a:rPr>
              <a:t>Read the bars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Ship count climbs from week 3 — the moment you stop polishing and start releasing.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378"/>
                </a:solidFill>
                <a:latin typeface="DejaVu Sans"/>
              </a:rPr>
              <a:t>Polishing drops every week. The shape of the week-3 cliff is the whole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5486400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Rule 1 — One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Pick one reader, one buyer, one friend. Design for them alone; the rest will follow the trail you laid.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378"/>
                </a:solidFill>
                <a:latin typeface="DejaVu Sans"/>
              </a:rPr>
              <a:t>Every 'let me also add it for them' is a scope-creep vector.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57200"/>
            <a:ext cx="5486400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777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Rule 2 — Public WIP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Show ugly weekly progress publicly. The comment section is your cheapest user research.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A5378"/>
                </a:solidFill>
                <a:latin typeface="DejaVu Sans"/>
              </a:rPr>
              <a:t>If nobody reacts by week 3, that's the signal to pivot scope — not to hide.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47120" cy="594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Don't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No backend, no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Week 2: a static page + one API call is enough to test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No design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83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page, one color accent. You are not building a brand.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776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No new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52627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The stack you know is the stack you ship on. Learning is a different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20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No feature of the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7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The one you didn't plan. It wins every argument and loses the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E46E0"/>
                </a:solidFill>
                <a:latin typeface="DejaVu Sans"/>
              </a:rPr>
              <a:t>Day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41E3C"/>
                </a:solidFill>
                <a:latin typeface="DejaVu Sans"/>
              </a:rPr>
              <a:t>You now have: a live product, 10+ real users, 3 fixes from real pain, and one clear next feature.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41E3C"/>
                </a:solidFill>
                <a:latin typeface="DejaVu Sans"/>
              </a:rPr>
              <a:t>That is a compounding asset. A 100-idea folder is not.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A5378"/>
                </a:solidFill>
                <a:latin typeface="DejaVu Sans"/>
              </a:rPr>
              <a:t>The 30 days were never about the project. They were about proving you can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deck-lab · 30-day sprint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