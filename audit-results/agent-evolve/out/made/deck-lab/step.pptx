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4F1FF"/>
                </a:solidFill>
                <a:latin typeface="DejaVu Sans"/>
              </a:rPr>
              <a:t>T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4F1FF"/>
                </a:solidFill>
                <a:latin typeface="DejaVu Sans"/>
              </a:rPr>
              <a:t>x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9F7AF0"/>
                </a:solidFill>
                <a:latin typeface="DejaVu Sans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solidFill>
            <a:srgbClr val="2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9F7AF0"/>
                </a:solidFill>
                <a:latin typeface="DejaVu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B8AEE6"/>
                </a:solidFill>
                <a:latin typeface="DejaVu Sans"/>
              </a:rPr>
              <a:t>y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