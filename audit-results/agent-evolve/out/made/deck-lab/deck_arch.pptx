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E8792B"/>
                </a:solidFill>
                <a:latin typeface="DejaVu Sans"/>
              </a:defRPr>
            </a:pPr>
            <a:r>
              <a:t>ARCHITECTURE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1153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Manga Translator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3400" b="1">
                <a:solidFill>
                  <a:srgbClr val="FFFFFF"/>
                </a:solidFill>
                <a:latin typeface="DejaVu Sans"/>
              </a:defRPr>
            </a:pPr>
            <a:r>
              <a:t>architecture &amp; module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74720"/>
            <a:ext cx="20116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03320"/>
            <a:ext cx="1091153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defRPr sz="1400" b="0">
                <a:solidFill>
                  <a:srgbClr val="8FB4DD"/>
                </a:solidFill>
                <a:latin typeface="DejaVu Sans"/>
              </a:defRPr>
            </a:pPr>
            <a:r>
              <a:t>FastAPI core · ONNX AI pipeline · vanilla-JS SPA · embedded coding agent · cloud gateway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8FB4DD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A90D9"/>
                </a:solidFill>
                <a:latin typeface="DejaVu Sans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B3A5C"/>
                </a:solidFill>
                <a:latin typeface="DejaVu Sans"/>
              </a:defRPr>
            </a:pPr>
            <a:r>
              <a:t>Repo at a glance: 7 top-level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593592" cy="173736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app/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21992"/>
            <a:ext cx="326440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FastAPI core: 13 modules, 14 routers, ~30k LOC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593592" cy="173736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gateway/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21992"/>
            <a:ext cx="326440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Cloud gateway: auth, billing, LLM token quota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691640"/>
            <a:ext cx="3593592" cy="173736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extension/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221992"/>
            <a:ext cx="326440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Chrome extension: import chapters from browser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3593592" cy="173736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712463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tests/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096511"/>
            <a:ext cx="326440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54 test files: OCR, inpaint, render, security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566160"/>
            <a:ext cx="3593592" cy="173736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56616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712463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deploy/ · Dockerfile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096511"/>
            <a:ext cx="326440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Compose, Caddy, MSI installers, run.py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566160"/>
            <a:ext cx="3593592" cy="173736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56616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3712463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docs/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4096511"/>
            <a:ext cx="3264408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ARCHITECTURE.md — Mermaid flows, source of this deck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6E7B8A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A90D9"/>
                </a:solidFill>
                <a:latin typeface="DejaVu Sans"/>
              </a:defRPr>
            </a:pPr>
            <a:r>
              <a:t>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B3A5C"/>
                </a:solidFill>
                <a:latin typeface="DejaVu Sans"/>
              </a:defRPr>
            </a:pPr>
            <a:r>
              <a:t>Five layers, top to bottom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73152" cy="7132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19" y="1837943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1.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19" y="2148840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index.html + static/js: 35 modules, ~8k LOC; canvas review &amp; text editor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651760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651760"/>
            <a:ext cx="73152" cy="713232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19" y="2706624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2. 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19" y="3017520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FastAPI: 14 routers; RequestSizeLimitMiddleware guards /api/*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520439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20439"/>
            <a:ext cx="73152" cy="7132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3575303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3. 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3886200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ChapterPipeline mixins; manifest locks; state snapshots; thread pools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389120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389120"/>
            <a:ext cx="73152" cy="7132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19" y="4443983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4. AI engine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19" y="4754880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ONNX: Kiuyha detect, LaMa inpaint, MangaOCR/PaddleOCR v6, vision QC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257800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257800"/>
            <a:ext cx="73152" cy="713232"/>
          </a:xfrm>
          <a:prstGeom prst="rect">
            <a:avLst/>
          </a:prstGeom>
          <a:solidFill>
            <a:srgbClr val="6E7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19" y="5312664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5. Data on disk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19" y="5623560"/>
            <a:ext cx="102714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data/raw → data/processed → data/output; models/ holds .onnx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6E7B8A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A90D9"/>
                </a:solidFill>
                <a:latin typeface="DejaVu Sans"/>
              </a:defRPr>
            </a:pPr>
            <a:r>
              <a:t>DEEP DIVE · APP/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B3A5C"/>
                </a:solidFill>
                <a:latin typeface="DejaVu Sans"/>
              </a:defRPr>
            </a:pPr>
            <a:r>
              <a:t>Each module has one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routers/ (14)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21992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chapters · editor · export · ocr · render · translation · agent · ai_mode — thin HTTP → pipeline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pipeline.py (817 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21992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ChapterPipeline: download → detect → inpaint → manifest, mixes in two helper classes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691640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page_processing.py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221992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Per-page worker: read, detect, NMS, LaMa, atomic clean write, stale-state guard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898648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98648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044952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pipeline_editing.py (1k 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3429000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Review mutations: boxes, excluded regions, manual mask, text objects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898648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898648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044952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manifest_utils.py (790 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429000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manifest.json + filelocks, atomic os.replace, artifact transactions, snapshots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2898648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2898648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3044952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security.py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3429000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SSRF / path-traversal / size limits on every URL and upload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105656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105656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1" y="4251960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ocr/ (13 files)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1" y="4636008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MangaOCR (ja) · PaddleOCR v6 (en/zh) · Korean rec; quality + reading order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105656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4105656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4251960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detector/ · inpaint/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4636008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KiuyhaTextDetector + BubbleBox/NMS; LaMa clusters, smart fill, feather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19" y="4105656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19" y="4105656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1" y="4251960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render/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1" y="4636008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Text objects: auto font-size, bg color, stroke, wrap, font catalog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5312664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312664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4671" y="5458968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downloader/ (8)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" y="5843016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bs4 adapter, else Playwright JS; slicer splits webtoon strips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5312664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0" y="5312664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07992" y="5458968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agent/ (38 files)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07992" y="5843016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Embedded coding agent: tools, sandbox, MCP server, guardrails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046719" y="5312664"/>
            <a:ext cx="3593592" cy="1133856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19" y="5312664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11311" y="5458968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translation/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11311" y="5843016"/>
            <a:ext cx="3264408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150" b="0">
                <a:solidFill>
                  <a:srgbClr val="2B2B2B"/>
                </a:solidFill>
                <a:latin typeface="DejaVu Sans"/>
              </a:defRPr>
            </a:pPr>
            <a:r>
              <a:t>LLM glossary translation; ai_mode/ runs the 5-stage pipeline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6E7B8A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A90D9"/>
                </a:solidFill>
                <a:latin typeface="DejaVu Sans"/>
              </a:defRPr>
            </a:pPr>
            <a:r>
              <a:t>DEEP DIVE ·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B3A5C"/>
                </a:solidFill>
                <a:latin typeface="DejaVu Sans"/>
              </a:defRPr>
            </a:pPr>
            <a:r>
              <a:t>process_pages: one pass, eight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6537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01368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POST /api/process_pages — validate id + indices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59" y="178308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59" y="186537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801368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manifest lock + capture state snapshot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834639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16935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52927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thread pool (2–8) over selected pages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2834639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2916935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852927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read_image with pixel limit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6849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904487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Kiuyha detect → boxes, NMS IoU 0.35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59" y="3886200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3968496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04487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filter boxes inside excluded regions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937759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020055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956047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LaMa inpaint + manual mask clusters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937759"/>
            <a:ext cx="457200" cy="457200"/>
          </a:xfrm>
          <a:prstGeom prst="rect">
            <a:avLst/>
          </a:prstGeom>
          <a:solidFill>
            <a:srgbClr val="1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5020055"/>
            <a:ext cx="457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defRPr sz="1600" b="1">
                <a:solidFill>
                  <a:srgbClr val="FFFFFF"/>
                </a:solidFill>
                <a:latin typeface="DejaVu San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956047"/>
            <a:ext cx="4297679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300" b="0">
                <a:solidFill>
                  <a:srgbClr val="2B2B2B"/>
                </a:solidFill>
                <a:latin typeface="DejaVu Sans"/>
              </a:defRPr>
            </a:pPr>
            <a:r>
              <a:t>state unchanged? atomic write, invalidate render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E8792B"/>
                </a:solidFill>
                <a:latin typeface="DejaVu Sans"/>
              </a:defRPr>
            </a:pPr>
            <a:r>
              <a:t>Stale state? → discard, manifest untouched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6E7B8A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A90D9"/>
                </a:solidFill>
                <a:latin typeface="DejaVu Sans"/>
              </a:defRPr>
            </a:pPr>
            <a:r>
              <a:t>DEEP DIVE ·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B3A5C"/>
                </a:solidFill>
                <a:latin typeface="DejaVu Sans"/>
              </a:defRPr>
            </a:pPr>
            <a:r>
              <a:t>No lost updates: locks + snapshots + atomic writes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File 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856231"/>
            <a:ext cx="8076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manifest.lock (30 s), page_XXX.lock (60 s) serialize writers across requests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33472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Atomic replace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706624"/>
            <a:ext cx="8076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tmp file → os.replace; a crash never corrupts manifest or clean images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83864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575304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State snapshots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557016"/>
            <a:ext cx="8076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capture inputs before work, diff after; changed pages are discarded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334256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25696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Artifact transactions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407408"/>
            <a:ext cx="8076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half-finished tmp files recovered on startup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84648"/>
            <a:ext cx="10911535" cy="713232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276088"/>
            <a:ext cx="21031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400" b="1">
                <a:solidFill>
                  <a:srgbClr val="1B3A5C"/>
                </a:solidFill>
                <a:latin typeface="DejaVu Sans"/>
              </a:defRPr>
            </a:pPr>
            <a:r>
              <a:t>Limits up front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5257800"/>
            <a:ext cx="8076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upload ≤ 500 MB / 300 files; body cap; image pixel cap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6E7B8A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A90D9"/>
                </a:solidFill>
                <a:latin typeface="DejaVu Sans"/>
              </a:defRPr>
            </a:pPr>
            <a:r>
              <a:t>DEEP DIVE · FRONTEND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B3A5C"/>
                </a:solidFill>
                <a:latin typeface="DejaVu Sans"/>
              </a:defRPr>
            </a:pPr>
            <a:r>
              <a:t>Vanilla JS, no framework: 35 modules, ~8k LOC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3593592" cy="178308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221992"/>
            <a:ext cx="326440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main.js bootstrap · ui-shell · toast · theme · api.js (all /api calls)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593592" cy="178308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Chapter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21992"/>
            <a:ext cx="326440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upload · preview (slice review) · page-navigator · source-language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691640"/>
            <a:ext cx="3593592" cy="178308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69164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83794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Review canvas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221992"/>
            <a:ext cx="326440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review.js + review-stitch/: overlays, brush, magic wand, proofing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3593592" cy="178308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712463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Text editor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4096511"/>
            <a:ext cx="326440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editor.js + inspector, history, geometry, presets, persistence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3566160"/>
            <a:ext cx="3593592" cy="178308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356616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3712463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AI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4096511"/>
            <a:ext cx="326440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ai-mode.js 5-stage pipeline · agent.js coding-agent UI · visual QC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19" y="3566160"/>
            <a:ext cx="3593592" cy="178308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19" y="356616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1311" y="3712463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Load order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1" y="4096511"/>
            <a:ext cx="3264408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index.html: toast → api → upload → preview → review → editor → 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6E7B8A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100" b="1">
                <a:solidFill>
                  <a:srgbClr val="4A90D9"/>
                </a:solidFill>
                <a:latin typeface="DejaVu Sans"/>
              </a:defRPr>
            </a:pPr>
            <a:r>
              <a:t>DEEP DIVE · AROUND THE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2600" b="1">
                <a:solidFill>
                  <a:srgbClr val="1B3A5C"/>
                </a:solidFill>
                <a:latin typeface="DejaVu Sans"/>
              </a:defRPr>
            </a:pPr>
            <a:r>
              <a:t>Three satellites around the FastAPI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1097280" cy="27432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3593592" cy="237744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3593592" cy="64008"/>
          </a:xfrm>
          <a:prstGeom prst="rect">
            <a:avLst/>
          </a:prstGeom>
          <a:solidFill>
            <a:srgbClr val="E87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92938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app/agent/ · 38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313432"/>
            <a:ext cx="326440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Embedded coding agent: tools, session, sandbox, MCP server; UI via routers/agent.py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783080"/>
            <a:ext cx="3593592" cy="237744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8308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92938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gateway/ · 6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13432"/>
            <a:ext cx="326440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Standalone service: email login, token quota, per-model pricing; behind Caddy in deploy/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1783080"/>
            <a:ext cx="3593592" cy="2377440"/>
          </a:xfrm>
          <a:prstGeom prst="rect">
            <a:avLst/>
          </a:prstGeom>
          <a:solidFill>
            <a:srgbClr val="EDF1F7"/>
          </a:solidFill>
          <a:ln w="12700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9" y="1783080"/>
            <a:ext cx="3593592" cy="64008"/>
          </a:xfrm>
          <a:prstGeom prst="rect">
            <a:avLst/>
          </a:prstGeom>
          <a:solidFill>
            <a:srgbClr val="4A9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929384"/>
            <a:ext cx="326440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defRPr sz="1300" b="1">
                <a:solidFill>
                  <a:srgbClr val="1B3A5C"/>
                </a:solidFill>
                <a:latin typeface="DejaVu Sans"/>
              </a:defRPr>
            </a:pPr>
            <a:r>
              <a:t>extension/ · 3 files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313432"/>
            <a:ext cx="3264408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defRPr sz="1200" b="0">
                <a:solidFill>
                  <a:srgbClr val="2B2B2B"/>
                </a:solidFill>
                <a:latin typeface="DejaVu Sans"/>
              </a:defRPr>
            </a:pPr>
            <a:r>
              <a:t>Chrome MV3: popup scans manga pages, sends URLs to /api/chapter; background keeps 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54880"/>
            <a:ext cx="1091153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defRPr sz="1250" b="0">
                <a:solidFill>
                  <a:srgbClr val="2B2B2B"/>
                </a:solidFill>
                <a:latin typeface="DejaVu Sans"/>
              </a:defRPr>
            </a:pPr>
            <a:r>
              <a:t>Also: deploy/ (Docker Compose + Caddy) · installer/ (MSI/InnoSetup) · scripts/ (20+ ops &amp; sanity checks) · 54 test files pin every contract above.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295" y="626364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defRPr sz="1100" b="0">
                <a:solidFill>
                  <a:srgbClr val="6E7B8A"/>
                </a:solidFill>
                <a:latin typeface="DejaVu Sans"/>
              </a:defRPr>
            </a:pPr>
            <a:r>
              <a:t>Manga Translator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