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9F7AF0"/>
            </a:solidFill>
          </c:spPr>
          <c:cat>
            <c:strRef>
              <c:f>Sheet1!$A$2:$A$6</c:f>
              <c:strCache>
                <c:ptCount val="5"/>
                <c:pt idx="0">
                  <c:v>Collect</c:v>
                </c:pt>
                <c:pt idx="1">
                  <c:v>Dedupe</c:v>
                </c:pt>
                <c:pt idx="2">
                  <c:v>Repro</c:v>
                </c:pt>
                <c:pt idx="3">
                  <c:v>Isolate</c:v>
                </c:pt>
                <c:pt idx="4">
                  <c:v>Fix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10</c:v>
                </c:pt>
                <c:pt idx="2">
                  <c:v>25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B8AEE6"/>
            </a:solidFill>
          </c:spPr>
          <c:cat>
            <c:strRef>
              <c:f>Sheet1!$A$2:$A$6</c:f>
              <c:strCache>
                <c:ptCount val="5"/>
                <c:pt idx="0">
                  <c:v>Collect</c:v>
                </c:pt>
                <c:pt idx="1">
                  <c:v>Dedupe</c:v>
                </c:pt>
                <c:pt idx="2">
                  <c:v>Repro</c:v>
                </c:pt>
                <c:pt idx="3">
                  <c:v>Isolate</c:v>
                </c:pt>
                <c:pt idx="4">
                  <c:v>Fix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BUG TRIAGE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9F7AF0"/>
                </a:solidFill>
                <a:latin typeface="DejaVu Sans"/>
              </a:rPr>
              <a:t>in 30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A repeatable loop for teams drowning in it-broke messages.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deck-lab plugin v3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Six Loops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Collect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One channel, one format: what happened, what you tried, when it started.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140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Dedupe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Same symptom, same last deploy? One ticket. Group by the first error string.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Repro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No repro, no priority. A bug you cannot break again is a rumor.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Isolate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Binary-search the last 20 changes. Revert the suspect, confirm, keep it isolated.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5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Fix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Smallest change that makes the repro pass. Not the refactor you wanted.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280160"/>
            <a:ext cx="164592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155448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6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Watch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The repro becomes a regression test. Two weeks of quiet is the real done.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Timebox each loop: 5, 5, 10, 5, 5, then done. The 30-minute frame is the product.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Where the Hours Go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The shape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Repro was the hidden cost: a third of the time.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The loop exists to make repro the cheapest step, not the largest.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No silent tickets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Every ticket gets a one-line status update daily. A silent ticket is an abandoned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43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Priority is the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918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Blocked revenue, not angry prose. Two furious tweets rank below one lost customer.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947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Repro is the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343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Done means the repro test is in CI and has failed on purpose at least once.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463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The two-week quiet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394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If the bug returns inside 14 days, the fix was a bandage. Reopen, re-repro, re-isolate.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When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The sign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Median time-to-repro drops below ten minutes. That is the day the team stopped guessing.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The tell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Engineers start closing tickets they did not open. The format outlived its author.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The trap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The loop becomes the product: tickets get filed faster than they get fixed. Watch the ratio.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