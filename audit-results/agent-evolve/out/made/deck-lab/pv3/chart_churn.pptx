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6E46E0"/>
            </a:solidFill>
          </c:spP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55</c:v>
                </c:pt>
                <c:pt idx="2">
                  <c:v>30</c:v>
                </c:pt>
                <c:pt idx="3">
                  <c:v>22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5A5378"/>
            </a:solidFill>
          </c:spP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W8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68</c:v>
                </c:pt>
                <c:pt idx="2">
                  <c:v>51</c:v>
                </c:pt>
                <c:pt idx="3">
                  <c:v>44</c:v>
                </c:pt>
                <c:pt idx="4">
                  <c:v>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241E3C"/>
                </a:solidFill>
                <a:latin typeface="DejaVu Sans"/>
              </a:rPr>
              <a:t>CHURN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6E46E0"/>
                </a:solidFill>
                <a:latin typeface="DejaVu Sans"/>
              </a:rPr>
              <a:t>Killed by Kindness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378"/>
                </a:solidFill>
                <a:latin typeface="DejaVu Sans"/>
              </a:rPr>
              <a:t>Why friendly teams lose users, and the four-week fix that keeps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deck-lab plugin v3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Retention Curve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A6B55"/>
                </a:solidFill>
                <a:latin typeface="DejaVu Sans"/>
              </a:rPr>
              <a:t>The gap is week 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The fix moved week-2 retention by 13 points.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Everything after week 4 follows from that one bend.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The Four-Week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Day-1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One sentence, the value they bought, no links. Sent before they can bounce.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43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Day-3 nudge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A screenshot of their own result. Not a feature tour.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947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Week-1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343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One question, what almost stopped you? The answer is the next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Quiet 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94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Nothing at all in week 2. Silence is what a retained user looks like.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Not a message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No email sequence. No we-miss-you. The retention lift came from one message, not three.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Not a reward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No discount, no badge, no come-back offer. The win is seeing their own output again.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Two Teams, One Churn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A5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A6B55"/>
                </a:solidFill>
                <a:latin typeface="DejaVu Sans"/>
              </a:rPr>
              <a:t>Team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Owner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Nobody. Churn was the dashboard problem.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Cadence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Quarterly. By the time the fix shipped, the users were gone.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A monthly number, watched, not acted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E46E0"/>
                </a:solidFill>
                <a:latin typeface="DejaVu Sans"/>
              </a:rPr>
              <a:t>★ Reactive: churned by the month, then guessed.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A5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Team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Owner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One engineer; the day-1 message was their release.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Cadence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Weekly. The week-2 number moves the whole stand-up.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A6B55"/>
                </a:solidFill>
                <a:latin typeface="DejaVu Sans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41E3C"/>
                </a:solidFill>
                <a:latin typeface="DejaVu Sans"/>
              </a:rPr>
              <a:t>The single week that predicts every later week.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6309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E46E0"/>
                </a:solidFill>
                <a:latin typeface="DejaVu Sans"/>
              </a:rPr>
              <a:t>★ Scheduled: the week-2 number is owned by a person.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