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Phân tích lỗi sau 19 bộ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Số đo cụ thể: tần suất, thời điểm, cách đã sửa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Bộ 20 · dùng layout mới (barchart sửa + panels) · tiếng Việt có dấu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Bốn nhóm lỗi, theo tần suất thật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Nhóm chữ: cỡ, tràn, vượt 70 từ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Nhóm màu: tương phản nền chữ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Nhóm bố cục: chồng khung, khoảng cách tĩnh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59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270247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Nhóm quy trình: thiếu chuyển trang, chưa render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Nhóm chữ chiếm 45% lỗi, là nhóm cao nhất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7295" y="2194560"/>
            <a:ext cx="1840229" cy="274320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7295" y="2240280"/>
            <a:ext cx="1840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7255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Chữ (cỡ, tràn, 70 từ)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6195" y="3413760"/>
            <a:ext cx="1840229" cy="152400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6195" y="3459480"/>
            <a:ext cx="1840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6154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Màu (tương phản)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5095" y="3718560"/>
            <a:ext cx="1840229" cy="121920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5095" y="3764280"/>
            <a:ext cx="184022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5055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Bố cục (chồng, khoảng cách)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03995" y="4328160"/>
            <a:ext cx="1840229" cy="60960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3995" y="3916680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955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Quy trình (chuyển trang, render)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thống kê từ 19 bộ slide a1-a19 (đã kiểm bằng check_deck v2)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Nhóm chữ: lỗi gặp nhiều nhất và cách đã xử lý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Lỗi</a:t>
            </a:r>
          </a:p>
        </p:txBody>
      </p:sp>
      <p:sp>
        <p:nvSpPr>
          <p:cNvPr id="6" name="Oval 5"/>
          <p:cNvSpPr/>
          <p:nvPr/>
        </p:nvSpPr>
        <p:spPr>
          <a:xfrm>
            <a:off x="960119" y="257860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Tràn khung ước lượng sai (est_lines)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53872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Vượt 70 từ trên slide (table, barchart)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49884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Chữ tiếng Việt typo tự gõ (không phải lỗi font)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12064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Sửa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57860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Sửa công thức, đổi inch thành pt (x72)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353872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Đếm tổng từ toàn slide, cắt tiêu đề hoặc nguồn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449884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Render rồi xem từng trang bằng view_image, sửa từng từ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con số chốt nhóm chữ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45%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tỷ lệ lỗi thuộc nhóm chữ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Cao hơn tổng ba nhóm còn lại cộng lại.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lỗi đã sửa bằng code, không phải render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est_lines, đếm từ theo slide, typo trong a7.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ngưỡng từ mỗi slide (đếm toàn slide)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Giới hạn này trước đây bị đếm nhầm theo từng khung.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Nhóm chữ chiếm gần một nửa lỗi,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đây là nơi đáng để sửa tiếp.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thống kê nội bộ khóa học (không phải số công bố)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Sửa xong nhóm chữ, chuyển sang nhóm màu.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bộ 21 về nhóm màu và tương phản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