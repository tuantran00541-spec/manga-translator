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Khi nào nên dùng bảng thay vì biểu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Dữ liệu nhiều cột, cần tra cứu, không cần kể chuyện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18 · table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tiêu chí chọn bảng thay vì biểu đồ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514344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5143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Tiêu chí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7304" y="1554480"/>
            <a:ext cx="3514344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37304" y="1554480"/>
            <a:ext cx="35143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Bảng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034527" y="1554480"/>
            <a:ext cx="3514344" cy="6400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34527" y="1554480"/>
            <a:ext cx="35143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Biểu đồ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33172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Mục đích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7304" y="233172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8744" y="233172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Tra cứu số chính xác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4527" y="233172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5967" y="233172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Thấy xu hướng nhanh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351434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10896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Số cột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7304" y="3108960"/>
            <a:ext cx="351434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744" y="310896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Nhiều cột cần đối chiếu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527" y="3108960"/>
            <a:ext cx="351434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5967" y="310896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Một hai trục so sánh nhanh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88620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Trình chiếu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7304" y="388620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8744" y="388620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Phụ lục, khán giả đọc sau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4527" y="3886200"/>
            <a:ext cx="3514344" cy="64008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5967" y="3886200"/>
            <a:ext cx="33314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DejaVu Sans"/>
              </a:rPr>
              <a:t>Slide chính, kể chuyện nhanh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nguyên tắc chọn loại hình (RESEARCH.md mục 7)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lỗi thường gặp khi dùng bảng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Quá nhiều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Tối đa 5-6 dòng trên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Hơn thì tách phụ lục.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Chữ nhỏ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Dấu hiệu bảng quá tải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Cắt dòng hoặc tách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Thiếu tiêu đề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Chỉ là số, không thông điệp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Mỗi bảng có một kết luận trên cùng.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Bảng trong phụ lục hay trong slide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Slide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['Tối đa 3-4 dòng', 'Một tiêu chí một kết luận', 'Màu nhấn rõ ràng']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Phụ lục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['Mật độ cao hơn được phép', 'Chữ 10-12pt, số liệu thô', 'Đặt cuối bộ, cho người muốn tra']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slide dùng bảng đúng và dùng 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Bảng đúng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3794760"/>
            <a:ext cx="2453640" cy="11430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38404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Bảng sai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4251960"/>
            <a:ext cx="2453640" cy="68580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384048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Bảng thừa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lỗi trên các bộ slide đã làm (demo)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Bảng là nơi để tra,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biểu đồ là nơi để hiểu.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chọn loại hình (RESEARCH.md mục 7)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Đúng loại hình cho đúng mục đích.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tổng kết các bộ slide trong khóa học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