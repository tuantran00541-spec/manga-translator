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Thi thử: làm slide hoàn toàn bằng tool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Tạo bằng mcp__deck__make_deck, tự kiểm bằng mcp__deck__check_deck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4 · bộ thi thử (tiêu chí G) ·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bước của bài thi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Chú giải: dùng layout có sẵn, không code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Dựng 6 slide theo tiêu chuẩn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Tự kiểm 8 điểm, sửa lỗi nếu có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Điều tool làm được, điều tool không làm được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Đã làm (trong bài này)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Chuyển dữ liệu (JSON spec) thành file .pptx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Tự chạy check_deck ngay sau khi tạo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Báo rõ slide nào, trường nào sai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Chưa làm (cần phiên sau)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Chạy trong session có mount mcp__deck__* (đúng theo ngày 2)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accent color tự động theo nội dung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449884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Gỡ lỗi tự động, không chỉ báo lỗi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Tỷ lệ lỗi còn lại sau khi chạy check_deck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4788673"/>
            <a:ext cx="2453640" cy="149086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4377193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Lỗi cứng (phải sửa)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4848307"/>
            <a:ext cx="2453640" cy="89452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4436827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Cảnh báo tràn khung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2194560"/>
            <a:ext cx="2453640" cy="274320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Không có lỗi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từ a1-a19 (19 bộ, kiểm bằng check_deck v2)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điều cần nhớ khi dùng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tham số 'slides' là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Truyền dưới dạng JSON array, không phải string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tên file không được chứa test/smoke/tmp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Tránh bị loại khỏi portfolio (tiêu chí 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điểm tự kiểm theo SKILL.md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Chạy check_deck sau mỗi lần make_deck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Thi thử không phải để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chứng minh tool đúng, mà để phát hiện tool sai.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thi thử của tiêu chí G (khóa học slide 7 ngày)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DejaVu Sans"/>
              </a:rPr>
              <a:t>Đã đạt yêu cầu ngày 4: 2 vòng tiến hóa, bộ thi thử đã chuẩn bị.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gọi thật mcp__deck__* trong phiên có mount, ghi vào JOURNAL.md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