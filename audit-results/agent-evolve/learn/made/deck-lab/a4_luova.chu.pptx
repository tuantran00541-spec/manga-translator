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Thiết kế lưới và chữ cho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B0C4DE"/>
                </a:solidFill>
                <a:latin typeface="DejaVu Sans"/>
              </a:rPr>
              <a:t>Một trang, một thông điệp; mọi thứ đặt trên lưới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1 · bộ slide tiếng Việt · font: DejaVu Sans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DejaVu Sans"/>
              </a:rPr>
              <a:t>Nội dung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91640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A1A1A"/>
                </a:solidFill>
                <a:latin typeface="DejaVu Sans"/>
              </a:rPr>
              <a:t>Lưới an toàn và đường biên mép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88920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A1A1A"/>
                </a:solidFill>
                <a:latin typeface="DejaVu Sans"/>
              </a:rPr>
              <a:t>Thang cỡ chữ theo vai trò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886200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A1A1A"/>
                </a:solidFill>
                <a:latin typeface="DejaVu Sans"/>
              </a:rPr>
              <a:t>Màu nền và màu nhấn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5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B5ED7"/>
                </a:solidFill>
                <a:latin typeface="DejaVu San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983479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A1A1A"/>
                </a:solidFill>
                <a:latin typeface="DejaVu Sans"/>
              </a:rPr>
              <a:t>Trắng trống có chủ đích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Lưới an toàn: đừng đụng mép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B5ED7"/>
                </a:solidFill>
                <a:latin typeface="DejaVu Sans"/>
              </a:rPr>
              <a:t>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đệm bốn bên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Khoảng trống từ 5% rộng slide ở mỗi cạnh; 16:9 nghĩa là 0,5 đến 0,6 inch.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20624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B5ED7"/>
                </a:solidFill>
                <a:latin typeface="DejaVu Sans"/>
              </a:rPr>
              <a:t>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20040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vùng cấm phía dưới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84048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Thông tin quan trọng không đặt trong 10% cuối; máy chiếu hay cắt.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20624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B5ED7"/>
                </a:solidFill>
                <a:latin typeface="DejaVu Sans"/>
              </a:rPr>
              <a:t>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20040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quỹ đạo đọc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84048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Yếu tố quan trọng nhất ở trên-trái; giá trị chính ở dưới-phải.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DejaVu Sans"/>
              </a:rPr>
              <a:t>Chữ: hai kiểu, giữ nguyên theo vai trò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Nhộn nhiều kiểu chữ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Đổi cỡ chữ giữa hai slide cùng vai trò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Chữ mỏng, chiếu xa không rõ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Đúng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Một kiểu tiêu đề, một kiểu nội dung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Cùng vai trò cùng cỡ, xuyên suốt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Sans-serif, nét đủ đậm ở 18 điểm trở lên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Sơ đồ: kim tự tháp thông tin của một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1554480"/>
            <a:ext cx="6309360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1554480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DejaVu Sans"/>
              </a:rPr>
              <a:t>Tiêu đề: câu kết luận hoàn chỉnh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2468880"/>
            <a:ext cx="0" cy="64008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280160" y="3108960"/>
            <a:ext cx="2926080" cy="822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108960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Lập luận hỗ trợ số một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743200" y="2468880"/>
            <a:ext cx="333756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0" y="3108960"/>
            <a:ext cx="2926080" cy="822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108960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Lập luận hỗ trợ số hai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35040" y="2468880"/>
            <a:ext cx="4572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863840" y="3108960"/>
            <a:ext cx="2926080" cy="822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108960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Lập luận hỗ trợ số ba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6080760" y="2468880"/>
            <a:ext cx="324612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0" y="3931920"/>
            <a:ext cx="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280160" y="4572000"/>
            <a:ext cx="29260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57200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Số liệu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3931920"/>
            <a:ext cx="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72000" y="4572000"/>
            <a:ext cx="29260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57200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Biểu đồ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0" y="3931920"/>
            <a:ext cx="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863840" y="4572000"/>
            <a:ext cx="29260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57200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Ví dụ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cấu trúc tiêu đề hành động (Deckary, mục 2)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DejaVu Sans"/>
              </a:rPr>
              <a:t>Tỷ lệ diện tích nên chia cho các yếu tố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7295" y="2103120"/>
            <a:ext cx="1840229" cy="292608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7295" y="1691639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70%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7255" y="516636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Biểu đồ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6195" y="4402182"/>
            <a:ext cx="1840229" cy="627017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6195" y="3990702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6154" y="516636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Tiêu đề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5095" y="4694790"/>
            <a:ext cx="1840229" cy="334409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5095" y="4283310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5055" y="516636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Nguồn và chú thích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03995" y="4736592"/>
            <a:ext cx="1840229" cy="292608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3995" y="4325112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955" y="516636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Khác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bố cục biểu đồ chiếm trọn (Deckary, mục 3)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Trắng trống không phải chỗ trống vô ích,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mà là điểm đặt mắt xuống.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quy tắc khoảng trống có chủ đích (PlacePlate, mục 2)</a:t>
            </a:r>
          </a:p>
        </p:txBody>
      </p:sp>
    </p:spTree>
  </p:cSld>
  <p:transition>
    <p:fade spd="med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DejaVu Sans"/>
              </a:rPr>
              <a:t>Lưới, chữ, màu, khoảng trắng,</a:t>
            </a:r>
          </a:p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DejaVu Sans"/>
              </a:rPr>
              <a:t>bốn thứ đặt đúng chỗ là đủ.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 theo: ghép bốn nguyên tắc này vào checklist tự kiểm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