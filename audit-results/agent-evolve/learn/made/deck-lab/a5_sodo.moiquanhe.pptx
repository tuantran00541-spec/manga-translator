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Sơ đồ mối quan hệ các bước kiểm 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0C4DE"/>
                </a:solidFill>
                <a:latin typeface="DejaVu Sans"/>
              </a:rPr>
              <a:t>Một sơ đồ, một thông điệp: bước nào trước, bước nào 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1 · bộ slide tiếng Việt · font: DejaVu Sans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Sơ đồ gồm hai nhánh, một điểm giao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572768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Nhánh chuẩn bị: đàn ý, tiêu đề, biểu đồ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624327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Nhánh dọn dẹp: cắt ý, đo tương phản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675887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Điểm giao: chạy thử trước buổi chính thức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5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727447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Kết luận: một vòng lặp, không tuyến tính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Hai nhánh chuẩn bị và dọn dẹp gặp nhau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DejaVu Sans"/>
              </a:rPr>
              <a:t>Nhánh chuẩn bị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DejaVu Sans"/>
              </a:rPr>
              <a:t>Nhánh dọn dẹp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Viết đàn ý theo một ý mỗi dòng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3291839"/>
            <a:ext cx="0" cy="182881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47472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Đổi tiêu đề thành câu kết luận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4206240"/>
            <a:ext cx="0" cy="18288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38912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loại biểu đồ đúng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Cắt còn ba gạch mỗi slide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3291839"/>
            <a:ext cx="0" cy="182881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347472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Đo tương phản chữ với nền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0" y="4206240"/>
            <a:ext cx="0" cy="18288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0" y="438912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Kiểm tra chữ không nhỏ hơn 12 điểm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4846320"/>
            <a:ext cx="3931920" cy="100584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4846320"/>
            <a:ext cx="39319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DejaVu Sans"/>
              </a:rPr>
              <a:t>Chạy thử và góp 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4846320"/>
            <a:ext cx="2880360" cy="1828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80760" y="4846320"/>
            <a:ext cx="2880360" cy="1828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checklist tự kiểm, RESEARCH.md mục 10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Vòng lặp: không đi một đường thẳng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Chỉnh theo góp ý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Đo lại tương phản và cỡ chữ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Cắt thêm nếu còn quá 70 chữ</a:t>
            </a:r>
          </a:p>
        </p:txBody>
      </p:sp>
      <p:sp>
        <p:nvSpPr>
          <p:cNvPr id="15" name="Oval 14"/>
          <p:cNvSpPr/>
          <p:nvPr/>
        </p:nvSpPr>
        <p:spPr>
          <a:xfrm>
            <a:off x="9829799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799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Giao buổi chính thức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Trước và sau một vòng lặp góp 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Trước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4 gạch mỗi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Chữ 10 điểm, khó đọc 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Biểu đồ ba trục trộn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Sau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3 gạch, mỗi ý một kết luận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Chữ 18 điểm, đo tương phản đủ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Một trục, một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Nguyên tắc: góp ý là để cắt, không phải để thêm chữ.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Sơ đồ chỉ đáng giá khi cắt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ý thừa khỏi bộ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mục đích duy nhất của vòng lặp góp ý (RESEARCH.md mục 10)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Một vòng lặp, nhiều nhánh,</a:t>
            </a:r>
          </a:p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cắt đến khi đủ.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 theo: gói lại thành checklist mười điểm tự kiểm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