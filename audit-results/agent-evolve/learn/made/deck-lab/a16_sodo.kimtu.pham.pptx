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Sơ đồ kim tự tháp: một tiêu đề, ba nhánh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Mỗi nhánh một lập luận, mỗi ô một bằng chứng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Bộ 16 · sơ đồ · tiếng Việt có dấu · tạo bằng plugin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Mẫu sơ đồ chuẩn cho một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2926080" y="1554480"/>
            <a:ext cx="6309360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1554480"/>
            <a:ext cx="6309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DejaVu Sans"/>
              </a:rPr>
              <a:t>Tiêu đề: câu kết luận hoàn chỉnh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2468880"/>
            <a:ext cx="0" cy="64008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3108960"/>
            <a:ext cx="3322320" cy="8229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3322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Lập luận một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4120" y="3931920"/>
            <a:ext cx="0" cy="640080"/>
          </a:xfrm>
          <a:prstGeom prst="line">
            <a:avLst/>
          </a:prstGeom>
          <a:ln w="127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419600" y="3108960"/>
            <a:ext cx="3322320" cy="8229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9600" y="3108960"/>
            <a:ext cx="3322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Lập luận hai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59" y="3931920"/>
            <a:ext cx="0" cy="640080"/>
          </a:xfrm>
          <a:prstGeom prst="line">
            <a:avLst/>
          </a:prstGeom>
          <a:ln w="127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016239" y="3108960"/>
            <a:ext cx="3322320" cy="8229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6239" y="3108960"/>
            <a:ext cx="3322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Lập luận ba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77399" y="3931920"/>
            <a:ext cx="0" cy="640080"/>
          </a:xfrm>
          <a:prstGeom prst="line">
            <a:avLst/>
          </a:prstGeom>
          <a:ln w="127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22960" y="4572000"/>
            <a:ext cx="33223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3322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Số liệu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19600" y="4572000"/>
            <a:ext cx="33223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9600" y="4572000"/>
            <a:ext cx="3322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Biểu đồ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6239" y="4572000"/>
            <a:ext cx="33223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6239" y="4572000"/>
            <a:ext cx="3322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Ví dụ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cấu trúc tiêu đề hành động (Deckary, RESEARCH.md mục 2)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Vì sao ba nhánh là đủ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lập luận hỗ trợ tối đa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Quá 3 nhánh là khán giả không nhớ nổi.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ô bằng chứng mỗi nhánh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Mỗi lập luận có đúng một bằng chứng rõ.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tiêu đề duy nhất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Mọi nhánh và bằng chứng đều phục vụ nó.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Sai hay đúng khi dựng kim tự tháp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Sai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Tiêu đề chỉ là chủ đề, chưa nói kết quả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Nhánh lặp ý nhau, không bổ sung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Đúng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Tiêu đề là câu kết luận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Mỗi nhánh một góc nhìn khác nhau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nhánh, mỗi nhánh cùng một tiêu chí</a:t>
            </a:r>
          </a:p>
        </p:txBody>
      </p:sp>
      <p:sp>
        <p:nvSpPr>
          <p:cNvPr id="3" name="Rectangle 2"/>
          <p:cNvSpPr/>
          <p:nvPr/>
        </p:nvSpPr>
        <p:spPr>
          <a:xfrm>
            <a:off x="1348740" y="2011680"/>
            <a:ext cx="2453640" cy="292608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8740" y="1600200"/>
            <a:ext cx="2453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Nhánh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853940" y="2011680"/>
            <a:ext cx="2453640" cy="292608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53940" y="1600200"/>
            <a:ext cx="2453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3900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Nhánh 2</a:t>
            </a:r>
          </a:p>
        </p:txBody>
      </p:sp>
      <p:sp>
        <p:nvSpPr>
          <p:cNvPr id="9" name="Rectangle 8"/>
          <p:cNvSpPr/>
          <p:nvPr/>
        </p:nvSpPr>
        <p:spPr>
          <a:xfrm>
            <a:off x="8359139" y="2011680"/>
            <a:ext cx="2453640" cy="292608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9139" y="1600200"/>
            <a:ext cx="2453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9099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Nhánh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ví dụ minh họa (không phải số thật)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Kim tự tháp đúng chiều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mới chịu được khi lật ngược đọc.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nguyên tắc Pyramide (Deckary, RESEARCH.md mục 3)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Một tiêu đề, ba nhánh, một bằng chứng mỗi nhánh.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tiếp: so sánh sơ đồ hai nhánh với kim tự tháp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