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DejaVu Sans"/>
              </a:rPr>
              <a:t>Thi thử thật: gọi mcp__deck__make_deck ngay trong phiên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0C4DE"/>
                </a:solidFill>
                <a:latin typeface="DejaVu Sans"/>
              </a:rPr>
              <a:t>Đây là file .pptx thứ 2, tạo hoàn toàn bằng tool MCP, không qua script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Ngày 4 · tiêu chí G · tiếng Việt có dấu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bước để được tính là đạt tiêu chí 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66420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Lệnh make_deck phải trả về đường dẫn file .pptx thật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3288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Lệnh check_deck phải chạy được trên chính file đó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40156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Ghi lại trong JOURNAL.md với chữ thi thử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Điều đạt, điều chưa đạt (số đo thật)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Đã đạt (bằng tool này)</a:t>
            </a:r>
          </a:p>
        </p:txBody>
      </p:sp>
      <p:sp>
        <p:nvSpPr>
          <p:cNvPr id="6" name="Oval 5"/>
          <p:cNvSpPr/>
          <p:nvPr/>
        </p:nvSpPr>
        <p:spPr>
          <a:xfrm>
            <a:off x="960119" y="257860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246888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Tạo file .pptx với 7 slide, đủ chuyển trang</a:t>
            </a:r>
          </a:p>
        </p:txBody>
      </p:sp>
      <p:sp>
        <p:nvSpPr>
          <p:cNvPr id="8" name="Oval 7"/>
          <p:cNvSpPr/>
          <p:nvPr/>
        </p:nvSpPr>
        <p:spPr>
          <a:xfrm>
            <a:off x="960119" y="353872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8448" y="342900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Self-check 8 điểm, lỗi cứng: không</a:t>
            </a:r>
          </a:p>
        </p:txBody>
      </p:sp>
      <p:sp>
        <p:nvSpPr>
          <p:cNvPr id="10" name="Oval 9"/>
          <p:cNvSpPr/>
          <p:nvPr/>
        </p:nvSpPr>
        <p:spPr>
          <a:xfrm>
            <a:off x="960119" y="4498848"/>
            <a:ext cx="182880" cy="182880"/>
          </a:xfrm>
          <a:prstGeom prst="ellipse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98448" y="438912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Bố cục panels, barchart, quote (không code lại)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512064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Chưa đạt (cần phiên sau)</a:t>
            </a:r>
          </a:p>
        </p:txBody>
      </p:sp>
      <p:sp>
        <p:nvSpPr>
          <p:cNvPr id="15" name="Oval 14"/>
          <p:cNvSpPr/>
          <p:nvPr/>
        </p:nvSpPr>
        <p:spPr>
          <a:xfrm>
            <a:off x="6629400" y="257860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46888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Ghi thi thử vào JOURNAL.md với số đo thật của file này</a:t>
            </a:r>
          </a:p>
        </p:txBody>
      </p:sp>
      <p:sp>
        <p:nvSpPr>
          <p:cNvPr id="17" name="Oval 16"/>
          <p:cNvSpPr/>
          <p:nvPr/>
        </p:nvSpPr>
        <p:spPr>
          <a:xfrm>
            <a:off x="6629400" y="3538728"/>
            <a:ext cx="182880" cy="182880"/>
          </a:xfrm>
          <a:prstGeom prst="ellipse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342900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Đạt đủ 7 tiêu chí A–G để xin tốt nghiệp (chưa đủ 5/7 ngày)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Tỷ lệ tool đã chạy thành công trên các bộ</a:t>
            </a:r>
          </a:p>
        </p:txBody>
      </p:sp>
      <p:sp>
        <p:nvSpPr>
          <p:cNvPr id="3" name="Rectangle 2"/>
          <p:cNvSpPr/>
          <p:nvPr/>
        </p:nvSpPr>
        <p:spPr>
          <a:xfrm>
            <a:off x="1348740" y="2194560"/>
            <a:ext cx="2453640" cy="274320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48740" y="2240280"/>
            <a:ext cx="2453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make_deck (tạo file mới)</a:t>
            </a:r>
          </a:p>
        </p:txBody>
      </p:sp>
      <p:sp>
        <p:nvSpPr>
          <p:cNvPr id="6" name="Rectangle 5"/>
          <p:cNvSpPr/>
          <p:nvPr/>
        </p:nvSpPr>
        <p:spPr>
          <a:xfrm>
            <a:off x="4853940" y="2194560"/>
            <a:ext cx="2453640" cy="274320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53940" y="2240280"/>
            <a:ext cx="2453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3900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check_deck (khám lỗi thật)</a:t>
            </a:r>
          </a:p>
        </p:txBody>
      </p:sp>
      <p:sp>
        <p:nvSpPr>
          <p:cNvPr id="9" name="Rectangle 8"/>
          <p:cNvSpPr/>
          <p:nvPr/>
        </p:nvSpPr>
        <p:spPr>
          <a:xfrm>
            <a:off x="8359139" y="2194560"/>
            <a:ext cx="2453640" cy="274320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9139" y="2240280"/>
            <a:ext cx="2453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DejaVu Sans"/>
              </a:rP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9099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render + view_image (xác nhận)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thống kê lần gọi tool MCP trong ngày 4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điều cần kiểm trước khi báo xong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lỗi cứng còn lại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Chạy check_deck trước khi ghi JOURNAL.md, không chỉ tin output.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ảnh render đã xem bằng view_image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Không được bỏ qua bước này, đúng luật số 4 của khóa học.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3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dòng thi thử trong JOURNAL.md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Không đủ nếu chưa có chữ này, dù tool chạy đúng.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Tool chạy đúng là điều kiện cần,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không phải điều kiện đủ để được chấm đạt.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nguyên tắc không tin lời tự khai (đề bài khóa học)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1088136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A1A1A"/>
                </a:solidFill>
                <a:latin typeface="DejaVu Sans"/>
              </a:rPr>
              <a:t>Cần phiên sau để ghi tiếp và xin tốt nghiệp (từ ngày 5).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Bước tiếp: kiểm tra a22 bằng mcp__deck__check_deck, rồi ghi JOURNAL.md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