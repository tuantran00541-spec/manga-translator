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Thi thử: tự làm slide chỉ bằng tool mcp__deck__*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Bộ thi thử ghi lại trong JOURNAL.md (tiêu chí 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2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phần của bài thi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Chọn đúng mẫu theo tình huống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Tự kiểm 8 điểm bằng check_deck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Vẽ lại biểu đồ với 3 màu vai trò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Tình huống A hay B: chọn mẫu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Định nghĩa trước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Trước: mục lục, thẻ, quy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Sau: biểu đồ, trích dẫn, kết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Không tự đổi thứ tự giữa chừng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Lỗi thường gặp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Nhét quá 70 chữ một slide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Thiếu chuyển trang ở slide kết luận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Màu nhấn dùng cho nhiều thanh cùng lúc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bước tự kiểm trước khi giao bài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Chạy check_deck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So lỗi cứng với bản ghi trước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Xem render từng trang qua view_image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slide cần sửa lại theo 3 nhóm lỗi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7295" y="2011680"/>
            <a:ext cx="1840229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7295" y="160020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2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Quá chữ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6195" y="2987040"/>
            <a:ext cx="1840229" cy="19507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6195" y="257556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6154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Thiếu chuyển trang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5095" y="2011680"/>
            <a:ext cx="1840229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095" y="160020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50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Sai màu nhấn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03995" y="2987040"/>
            <a:ext cx="1840229" cy="195072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3995" y="257556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9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Chưa cần sửa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lỗi của 11 bộ slide đã làm (demo, không phải số thật)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Khi không chắc nên chọn mẫu nào,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gọi make_deck thử rồi xem render.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quy trình thi thử theo SKILL.md mục 9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Ghi nhận: tool mcp__deck__*</a:t>
            </a:r>
          </a:p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chạy được trên file thật, không chỉ trong giấy.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XIN TỐT NGHIỆP — chờ đủ 5/7 ngày và đạt A–G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