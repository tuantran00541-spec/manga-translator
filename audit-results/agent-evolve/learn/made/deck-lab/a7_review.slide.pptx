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DejaVu Sans"/>
              </a:rPr>
              <a:t>Quy trình review một bộ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0C4DE"/>
                </a:solidFill>
                <a:latin typeface="DejaVu Sans"/>
              </a:rPr>
              <a:t>Trước khi chiếu, đọc lại từng tiêu đề thành câu 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Ngày 2 · bộ theo SKILL.md · tiếng Việt có dấu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giai đoạn, một vòng lặp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66420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Review nội dung: mỗi slide một 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3288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Review hình thức: lưới, chữ, màu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40156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Review tương phản và chuyển trang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51959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270247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Ghép lại và rút gọn lần cuối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Giai đoạn một: nội dung trước, hình thức sau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thời gian review cho nội dung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Nếu chưa rõ mỗi slide nói gì, không sửa gì khác trước.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ý mỗi slide là tối đa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Vượt ba ý là cắt hoặc tách slide mới, không nhét thêm.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3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tiêu đề phải là câu kết luận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Đọc tiêu đề của mọi slide liền nhau là nghe được mạch chuyện.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So sánh tiêu đề tốt và tiêu đề thường gặp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Thường gặp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Chỉ là chủ đề, chưa nói kết quả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Nghe như đề mục sổ tay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Không có con số cụ thể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Đáp ứng tiêu chí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Mỗi tiêu đề là câu kết luận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Có con số cụ thể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206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Đọc liền mạch thành câu chuyện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Giai đoạn hai: bốn bước kiểm hình thức</a:t>
            </a:r>
          </a:p>
        </p:txBody>
      </p:sp>
      <p:sp>
        <p:nvSpPr>
          <p:cNvPr id="3" name="Oval 2"/>
          <p:cNvSpPr/>
          <p:nvPr/>
        </p:nvSpPr>
        <p:spPr>
          <a:xfrm>
            <a:off x="1455039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55039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2319" y="2560320"/>
            <a:ext cx="1629918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6418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Đối chiếu lưới và lề</a:t>
            </a:r>
          </a:p>
        </p:txBody>
      </p:sp>
      <p:sp>
        <p:nvSpPr>
          <p:cNvPr id="7" name="Oval 6"/>
          <p:cNvSpPr/>
          <p:nvPr/>
        </p:nvSpPr>
        <p:spPr>
          <a:xfrm>
            <a:off x="4182237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82237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79517" y="2560320"/>
            <a:ext cx="1629918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93617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Đo chữ theo thang pt</a:t>
            </a:r>
          </a:p>
        </p:txBody>
      </p:sp>
      <p:sp>
        <p:nvSpPr>
          <p:cNvPr id="11" name="Oval 10"/>
          <p:cNvSpPr/>
          <p:nvPr/>
        </p:nvSpPr>
        <p:spPr>
          <a:xfrm>
            <a:off x="6909435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9435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06715" y="2560320"/>
            <a:ext cx="1629917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20815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Kiểm tương phản nền chữ</a:t>
            </a:r>
          </a:p>
        </p:txBody>
      </p:sp>
      <p:sp>
        <p:nvSpPr>
          <p:cNvPr id="15" name="Oval 14"/>
          <p:cNvSpPr/>
          <p:nvPr/>
        </p:nvSpPr>
        <p:spPr>
          <a:xfrm>
            <a:off x="9636632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36632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8013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Bắt mọi slide thiếu chuyển trang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Giai đoạn ba: điểm nào dễ trượt nhất</a:t>
            </a:r>
          </a:p>
        </p:txBody>
      </p:sp>
      <p:sp>
        <p:nvSpPr>
          <p:cNvPr id="3" name="Rectangle 2"/>
          <p:cNvSpPr/>
          <p:nvPr/>
        </p:nvSpPr>
        <p:spPr>
          <a:xfrm>
            <a:off x="1138428" y="3265714"/>
            <a:ext cx="1472184" cy="1672045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8428" y="2854234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8" y="5074920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Lưới lề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1548" y="3683725"/>
            <a:ext cx="1472184" cy="1254034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1548" y="3272245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1508" y="5074920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Cỡ chữ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4668" y="2011680"/>
            <a:ext cx="1472184" cy="292608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4668" y="1600200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4628" y="5074920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Tương phản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47788" y="2847702"/>
            <a:ext cx="1472184" cy="2090057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7788" y="2436222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7748" y="5074920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Tràn khung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0908" y="4519748"/>
            <a:ext cx="1472184" cy="418011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0908" y="4108268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0868" y="5074920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Thiếu chuyển trang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thống kê lỗi thường gặp trong nhóm (demo)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Nếu đang đọc nội dung bằng mắt,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mắt người xem đang bỏ cuộc.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nguyên tắc đọc lướt nhanh (SKILL.md mục 7)</a:t>
            </a:r>
          </a:p>
        </p:txBody>
      </p:sp>
    </p:spTree>
  </p:cSld>
  <p:transition>
    <p:fade spd="med"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DejaVu Sans"/>
              </a:rPr>
              <a:t>Chạy lại checklist mười điểm, chịu thêm năm phút xem từng trang.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Bước tiếp: tự kiểm bộ thứ hai bằng chính SKILL.md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