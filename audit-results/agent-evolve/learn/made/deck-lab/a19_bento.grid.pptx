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Sơ đồ lưới bento: 6 ô, 1 điểm nhấn lớn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Mỗi ô một con số, ô lớn nhất là thông điệp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Bộ 19 · bento grid · tiếng Việt có dấu · tạo bằng plugin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nhóm con số, một điểm nhấn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Một ô lớn: kết luận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Ba ô nhỏ: ba lý do hỗ trợ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Hai ô phụ: số so sánh và nguồn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Bento: một kết luận, ba lý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7181088" cy="12801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6906768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B5ED7"/>
                </a:solidFill>
                <a:latin typeface="DejaVu Sans"/>
              </a:rPr>
              <a:t>−30%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30552"/>
            <a:ext cx="69067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DejaVu Sans"/>
              </a:rPr>
              <a:t>giảm thời gian chuẩn bị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4988"/>
            <a:ext cx="69067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So cách cũ với cách mới.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554480"/>
            <a:ext cx="3453384" cy="12801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32648" y="1645920"/>
            <a:ext cx="3179064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B5ED7"/>
                </a:solidFill>
                <a:latin typeface="DejaVu Sa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2648" y="2130552"/>
            <a:ext cx="3179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DejaVu Sans"/>
              </a:rPr>
              <a:t>lý do để tin vào con số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2648" y="2424988"/>
            <a:ext cx="3179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Mỗi lý do một ô, đọc ngay.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59"/>
            <a:ext cx="3453384" cy="12801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00399"/>
            <a:ext cx="3179064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B5ED7"/>
                </a:solidFill>
                <a:latin typeface="DejaVu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85031"/>
            <a:ext cx="3179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DejaVu Sans"/>
              </a:rPr>
              <a:t>màu nhấn duy nhất trong lưới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9468"/>
            <a:ext cx="3179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Một ô dùng nhấn, còn lại nền nhạt.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7784" y="3108959"/>
            <a:ext cx="3453384" cy="12801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4944" y="3200399"/>
            <a:ext cx="3179064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B5ED7"/>
                </a:solidFill>
                <a:latin typeface="DejaVu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4944" y="3685031"/>
            <a:ext cx="3179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DejaVu Sans"/>
              </a:rPr>
              <a:t>hàng trong lưới bento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3979468"/>
            <a:ext cx="3179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Ba cột, hai hàng, khe 0,3 inch.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Bento hay thẻ đứng: khi nào dùng loại nào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Thẻ đứng (cards)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['Tối đa 3 thẻ ngang, mỗi thẻ một con số lớn', 'Đều nhau, đọc theo chiều ngang']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Bento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['Tối đa 6 ô, một ô lớn chiếm 2 cột', 'Phân cấp rõ, điểm nhấn ở góc trên-trái']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Tỷ lệ diện tích theo ô bento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8740" y="2336800"/>
            <a:ext cx="2453640" cy="260096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8740" y="1925320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Ô hero (2 cột)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3940" y="2011680"/>
            <a:ext cx="2453640" cy="292608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53940" y="1600200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39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5 ô thường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359139" y="3962400"/>
            <a:ext cx="2453640" cy="97536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9139" y="3550920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9099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Khe trắng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lưới bento (RESEARCH.md mục 3)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Một ô lớn, năm ô nhỏ,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đọc theo con chữ, không theo lưới.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mô hình Z-pattern áp dụng cho bento (Deckary, RESEARCH.md mục 3)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Một lưới, một điểm nhấn, mọi ô còn lại là bằng chứng.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tổng kết 19 bộ slide trong khóa học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