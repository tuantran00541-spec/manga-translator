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DejaVu Sans"/>
              </a:rPr>
              <a:t>Ba chỉ số then chốt, kèm hướng tăng giảm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Không chỉ con số đứng yên, mà là xu hướng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Bộ 25 · layout KPI mới · tiếng Việt có dấu · tạo bằng plugin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phần của bài này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6420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KPI khác cards ở điểm nào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Cách đọc mũi tên tăng/giảm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0156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Ba chỉ số cần theo dõi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chỉ số đo hiệu quả của bộ slide này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37360"/>
            <a:ext cx="3453384" cy="31089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920240"/>
            <a:ext cx="308762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1A1A1A"/>
                </a:solidFill>
                <a:latin typeface="DejaVu Sans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3108960"/>
            <a:ext cx="30876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43B3B"/>
                </a:solidFill>
                <a:latin typeface="DejaVu Sans"/>
              </a:rPr>
              <a:t>▼ 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749039"/>
            <a:ext cx="30876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595959"/>
                </a:solidFill>
                <a:latin typeface="DejaVu Sans"/>
              </a:rPr>
              <a:t>lỗi cứng còn lại sau check_deck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7784" y="1737360"/>
            <a:ext cx="3453384" cy="31089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0664" y="1920240"/>
            <a:ext cx="308762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1A1A1A"/>
                </a:solidFill>
                <a:latin typeface="DejaVu Sans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0664" y="3108960"/>
            <a:ext cx="30876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F7D70"/>
                </a:solidFill>
                <a:latin typeface="DejaVu Sans"/>
              </a:rPr>
              <a:t>▲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0664" y="3749039"/>
            <a:ext cx="30876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595959"/>
                </a:solidFill>
                <a:latin typeface="DejaVu Sans"/>
              </a:rPr>
              <a:t>layout trong plugin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5488" y="1737360"/>
            <a:ext cx="3453384" cy="31089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8367" y="1920240"/>
            <a:ext cx="308762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1A1A1A"/>
                </a:solidFill>
                <a:latin typeface="DejaVu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8367" y="3108960"/>
            <a:ext cx="30876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43B3B"/>
                </a:solidFill>
                <a:latin typeface="DejaVu Sans"/>
              </a:rPr>
              <a:t>▼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8367" y="3749039"/>
            <a:ext cx="30876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595959"/>
                </a:solidFill>
                <a:latin typeface="DejaVu Sans"/>
              </a:rPr>
              <a:t>cảnh báo dương tính giả còn lại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thống kê nội bộ (demo, không phải số thật)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KPI hay cards: khác nhau ở đâu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['Hiện con số + nhãn + mô tả', 'Không nói con số đang tăng hay giảm', "Dùng cho chỉ số 'đứng yên'"]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KPI (bố cục mới này)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['Thêm mũi tên ▲/▼ + phần trăm', 'Đọc được xu hướng ngay', 'Dùng khi so sánh theo thời gian']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quy tắc dùng KPI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chỉ số mỗi 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Không ghép 2 số vào 1 ô KPI.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38328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màu hướng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Tăng (teal), giảm (đỏ đất), không đổi (màu nhấn).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38328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ô tối đa mỗi slide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Quá 4 ô, mắt không còn so sánh nổi.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Tỷ lệ slide dùng KPI đúng so với dùng sai</a:t>
            </a:r>
          </a:p>
        </p:txBody>
      </p:sp>
      <p:sp>
        <p:nvSpPr>
          <p:cNvPr id="3" name="Rectangle 2"/>
          <p:cNvSpPr/>
          <p:nvPr/>
        </p:nvSpPr>
        <p:spPr>
          <a:xfrm>
            <a:off x="1348740" y="2194560"/>
            <a:ext cx="2453640" cy="274320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8740" y="2240280"/>
            <a:ext cx="2453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Có mũi tên + phần trăm</a:t>
            </a:r>
          </a:p>
        </p:txBody>
      </p:sp>
      <p:sp>
        <p:nvSpPr>
          <p:cNvPr id="6" name="Rectangle 5"/>
          <p:cNvSpPr/>
          <p:nvPr/>
        </p:nvSpPr>
        <p:spPr>
          <a:xfrm>
            <a:off x="4853940" y="4153988"/>
            <a:ext cx="2453640" cy="783771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53940" y="3742508"/>
            <a:ext cx="245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39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Thiếu hướng (chỉ số đứng)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8359139" y="4545874"/>
            <a:ext cx="2453640" cy="391885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9139" y="4134394"/>
            <a:ext cx="245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9099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Quá 4 ô trong 1 slide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thống kê nội bộ (demo)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Con số không nói xu hướng,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chỉ là một điểm trên trục.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nguyên tắc KPI (RESEARCH.md mục 7, bổ sung ngày 6)</a:t>
            </a:r>
          </a:p>
        </p:txBody>
      </p:sp>
    </p:spTree>
  </p:cSld>
  <p:transition>
    <p:fade spd="med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108813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DejaVu Sans"/>
              </a:rPr>
              <a:t>Mỗi KPI một mũi tên, một hướng.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tiếp: xem render, ghi EVOLUTION.md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