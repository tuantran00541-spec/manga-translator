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So sánh hai cách làm một bộ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Cùng mục tiêu, hai con đường rất khác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15 · so sánh hai cột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Cách nhồi chữ hay cách cắt còn?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Cách nhồi chữ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slide 4-5 gạch, chữ nhỏ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chỉ là chủ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Biểu đồ 3 trục trộn lẫn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Cách cắt còn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slide tối đa 3 ý, chữ 18-20pt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là câu kết luận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Một trục, một message duy nhất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Kết quả sau 20 phút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Khán giả theo không kịp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Chữ nhỏ phải đọc bằng mắt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Nhiều số, không rõ số nào quan trọng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Hỏi đáp cạn ý rất sớm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Khán giả nắm được ngay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slide một thông điệp lớn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Một điểm nhấn duy nhất, rõ ràng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Còn thời gian cho hỏi đáp thật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tiêu chí để chọn cách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slide một 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Nếu tiêu đề chưa là câu kết luận, chọn cách cắt còn.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cỡ chữ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Nếu phải co chữ xuống dưới 12pt để vừa, chọn cách cắt còn.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biểu đồ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Nếu một slide có 2 trục trở lên, chọn cách cắt còn.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slide cần sửa theo hai cách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611630" y="2011680"/>
            <a:ext cx="3680459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11630" y="1600200"/>
            <a:ext cx="36804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1590" y="5074920"/>
            <a:ext cx="45034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Cách nhồi chữ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69430" y="4287520"/>
            <a:ext cx="3680459" cy="65024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69430" y="3876040"/>
            <a:ext cx="36804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9390" y="5074920"/>
            <a:ext cx="45034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Cách cắt còn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lỗi trên 11 bộ (demo, không phải số thật)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Hai cách, cùng một bộ slide,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khác nhau ở chỗ đã dám cắt chưa.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một thông điệp mỗi slide (Deckary)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Chọn cách cắt còn nếu chưa dám.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tổng kết ba bộ tạo bằng plugin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