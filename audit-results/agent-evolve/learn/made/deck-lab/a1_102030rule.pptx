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Quy tắc 10/20/30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10 slide · 20 phút · chữ tối thiểu 30pt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khóa học slide 7 ngày · nguồn: Guy Kawasaki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Hôm nay ta học gì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Ba con số của quy tắc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Vì sao 10 slide là đủ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Vì sao 30pt là sàn chữ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Áp dụng ngay hôm nay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chốt ngay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slide tối đa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Não người giữ được ~10 ý một buổi họp; vượt qua là khán giả bỏ nhịp.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phút tối đa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Phần còn lại là hỏi đáp; slide dài nuốt mất thời gian giao lưu.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pt tối thiểu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Thuật toán mềm: tuổi khán giả lớn nhất chia đôi ra cỡ chữ nên dùng.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Đều phải nói hết, khác ở chỗ tự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10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['Chủ đề rõ, ép chọn lọc', 'Thay thứ tự được tự do', 'Khán giả theo kịp nhịp']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50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['Rắc rối, lặp ý nhiều lần', 'Cứng nhắc theo thứ tự cố định', 'Trình bày thành việc đọc slide']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Guy Kawasaki, The 10/20/30 Rule of PowerPoint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Cách ép mình vào 10 slide</a:t>
            </a:r>
          </a:p>
        </p:txBody>
      </p:sp>
      <p:sp>
        <p:nvSpPr>
          <p:cNvPr id="3" name="Oval 2"/>
          <p:cNvSpPr/>
          <p:nvPr/>
        </p:nvSpPr>
        <p:spPr>
          <a:xfrm>
            <a:off x="145503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5503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2319" y="2560320"/>
            <a:ext cx="1629918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6418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Viết đề cương, mỗi bullet 1 ý</a:t>
            </a:r>
          </a:p>
        </p:txBody>
      </p:sp>
      <p:sp>
        <p:nvSpPr>
          <p:cNvPr id="7" name="Oval 6"/>
          <p:cNvSpPr/>
          <p:nvPr/>
        </p:nvSpPr>
        <p:spPr>
          <a:xfrm>
            <a:off x="4182237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2237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79517" y="2560320"/>
            <a:ext cx="1629918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3617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Đếm và cắt, còn đúng 10 ý</a:t>
            </a:r>
          </a:p>
        </p:txBody>
      </p:sp>
      <p:sp>
        <p:nvSpPr>
          <p:cNvPr id="11" name="Oval 10"/>
          <p:cNvSpPr/>
          <p:nvPr/>
        </p:nvSpPr>
        <p:spPr>
          <a:xfrm>
            <a:off x="6909435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9435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6715" y="2560320"/>
            <a:ext cx="1629917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20815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Gộp ý phụ vào phụ lục</a:t>
            </a:r>
          </a:p>
        </p:txBody>
      </p:sp>
      <p:sp>
        <p:nvSpPr>
          <p:cNvPr id="15" name="Oval 14"/>
          <p:cNvSpPr/>
          <p:nvPr/>
        </p:nvSpPr>
        <p:spPr>
          <a:xfrm>
            <a:off x="9636632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6632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013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Giao 20 phút rồi mở bàn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phải dùng hơn 10 slide,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chắc là doanh nghiệp của bạn đang có vấn đề.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Guy Kawasaki, nhà đầu tư mạo hiểm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Ngày mai: 8 mẫu slide bằng tay với python-pptx.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Xuất phát từ RESEARCH.md, tự kiểm checklist 10 điểm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