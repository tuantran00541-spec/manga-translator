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DejaVu Sans"/>
              </a:rPr>
              <a:t>Nhìn lại các lỗi sau 11 bộ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B0C4DE"/>
                </a:solidFill>
                <a:latin typeface="DejaVu Sans"/>
              </a:rPr>
              <a:t>Mỗi lỗi một cách sửa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2 · bộ tổng kết ·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nhóm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66420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Lỗi màu và tương phản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1460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53288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Lỗi chữ: cỡ, tràn, chồng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822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B5ED7"/>
                </a:solidFill>
                <a:latin typeface="DejaVu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3401568"/>
            <a:ext cx="8686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Lỗi quy trình kiểm tra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con số cần nhớ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12pt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sàn chữ mọi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Chữ nhỏ hơn là lỗi cứng.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B5ED7"/>
                </a:solidFill>
                <a:latin typeface="DejaVu Sans"/>
              </a:rPr>
              <a:t>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01752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từ tối đa mỗi slide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749039"/>
            <a:ext cx="2926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Vượt là cảnh báo, cần cắt.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Trước và sau, hai thời điểm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Trước (ngày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Nền #8A97B0, chữ trắng 2.9:1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Thiếu p:transition ở 4 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Sau (ngày 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Đổi #5A6B85, đạt 5.4:1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Mọi slide đủ chuyển trang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Ba bước trước khi báo xong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Chạy check_deck, sửa lỗi cứng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56032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Render PNG, xem từng trang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01168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01168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3566160"/>
            <a:ext cx="2148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Ghi bài học vào JOURNAL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Nhóm lỗi gặp nhiều nhất</a:t>
            </a:r>
          </a:p>
        </p:txBody>
      </p:sp>
      <p:sp>
        <p:nvSpPr>
          <p:cNvPr id="3" name="Rectangle 2"/>
          <p:cNvSpPr/>
          <p:nvPr/>
        </p:nvSpPr>
        <p:spPr>
          <a:xfrm>
            <a:off x="1348740" y="4572000"/>
            <a:ext cx="2453640" cy="36576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48740" y="416052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Lưới, lề</a:t>
            </a:r>
          </a:p>
        </p:txBody>
      </p:sp>
      <p:sp>
        <p:nvSpPr>
          <p:cNvPr id="6" name="Rectangle 5"/>
          <p:cNvSpPr/>
          <p:nvPr/>
        </p:nvSpPr>
        <p:spPr>
          <a:xfrm>
            <a:off x="4853940" y="4059936"/>
            <a:ext cx="2453640" cy="877824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53940" y="3648456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3900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Tương phản</a:t>
            </a:r>
          </a:p>
        </p:txBody>
      </p:sp>
      <p:sp>
        <p:nvSpPr>
          <p:cNvPr id="9" name="Rectangle 8"/>
          <p:cNvSpPr/>
          <p:nvPr/>
        </p:nvSpPr>
        <p:spPr>
          <a:xfrm>
            <a:off x="8359139" y="2011680"/>
            <a:ext cx="2453640" cy="292608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9139" y="1600200"/>
            <a:ext cx="2453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1A1A1A"/>
                </a:solidFill>
                <a:latin typeface="DejaVu Sans"/>
              </a:rPr>
              <a:t>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9099" y="5074920"/>
            <a:ext cx="327659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DejaVu Sans"/>
              </a:rPr>
              <a:t>Tràn khung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thống kê trong 11 bộ (demo)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Nếu phải đọc hết chữ trên 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thì slide đó chứa quá nhiều.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60 giây (Deckary)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1A1A1A"/>
                </a:solidFill>
                <a:latin typeface="DejaVu Sans"/>
              </a:rPr>
              <a:t>11 bộ, 74 slide, 0 lỗi cứng còn lại.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tiếp: chuẩn bị bài thi xét tốt nghiệp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