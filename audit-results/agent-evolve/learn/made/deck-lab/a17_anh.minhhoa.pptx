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DejaVu Sans"/>
              </a:rPr>
              <a:t>Vai trò của một tấm ảnh trong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B0C4DE"/>
                </a:solidFill>
                <a:latin typeface="DejaVu Sans"/>
              </a:rPr>
              <a:t>Ảnh không phải trang trí, ảnh là một bằng chứng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FA3C7"/>
                </a:solidFill>
                <a:latin typeface="DejaVu Sans"/>
              </a:rPr>
              <a:t>Bộ 17 · picture · tiếng Việt có dấu · tạo bằng plugin</a:t>
            </a:r>
          </a:p>
        </p:txBody>
      </p:sp>
    </p:spTree>
  </p:cSld>
  <p:transition>
    <p:fade spd="med"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Ba câu hỏi trước khi đặt ảnh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66420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Ảnh nói lên đúng thông điệp không?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53288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Ảnh chiếm đúng 70-80% diện tích không?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40156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Chữ đi kèm còn quá ít không?</a:t>
            </a:r>
          </a:p>
        </p:txBody>
      </p:sp>
    </p:spTree>
  </p:cSld>
  <p:transition>
    <p:fade spd="med"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Một tấm ảnh, một caption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54480"/>
            <a:ext cx="7863840" cy="411480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595959"/>
                </a:solidFill>
                <a:latin typeface="DejaVu Sans"/>
              </a:rPr>
              <a:t>(ảnh minh họa)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554480"/>
            <a:ext cx="27432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Ảnh minh họa: chiếm 70-80% diện tích; caption tối đa 2 dòng, 16pt; không thêm text nào khác trên slide.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Nguồn: mẫu Picture (SlideModel, RESEARCH.md mục 8)</a:t>
            </a:r>
          </a:p>
        </p:txBody>
      </p:sp>
    </p:spTree>
  </p:cSld>
  <p:transition>
    <p:fade spd="med"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Dùng ảnh đúng hay dùng ảnh thừa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5120640" cy="73152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Ảnh thừa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['Ảnh không liên quan thông điệp', 'Chữ đè lên ảnh, khó đọc', 'Biểu cảm trong ảnh lạc lối']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463040"/>
            <a:ext cx="5120640" cy="7315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Ảnh đúng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56032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['Mỗi ảnh một thông điệp duy nhất', 'Caption ngắn, nguồn rõ', 'Chữ không che ảnh']</a:t>
            </a:r>
          </a:p>
        </p:txBody>
      </p:sp>
    </p:spTree>
  </p:cSld>
  <p:transition>
    <p:fade spd="med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Ba tiêu chí chọn ảnh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70%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diện tích tối thiểu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Ảnh nhỏ hơn 60% slide là quá bé, mất tác dụng.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16552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30175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thông điệp mỗi ảnh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Không ghép hai ý vào một tấm ảnh.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93023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67344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16pt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7344" y="30175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cỡ caption tối thiểu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344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Chữ nhỏ hơn 16pt đi kèm ảnh là khó đọc khi chiếu.</a:t>
            </a:r>
          </a:p>
        </p:txBody>
      </p:sp>
    </p:spTree>
  </p:cSld>
  <p:transition>
    <p:fade spd="med"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B0C4DE"/>
                </a:solidFill>
                <a:latin typeface="DejaVu Sans"/>
              </a:rPr>
              <a:t>Ảnh tốt nhất là ảnh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3464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ejaVu Sans"/>
              </a:rPr>
              <a:t>đọc được ngay không cần caption.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1206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FA3C7"/>
                </a:solidFill>
                <a:latin typeface="DejaVu Sans"/>
              </a:rPr>
              <a:t>— nguyên tắc một thông điệp mỗi slide (SlideModel)</a:t>
            </a:r>
          </a:p>
        </p:txBody>
      </p:sp>
    </p:spTree>
  </p:cSld>
  <p:transition>
    <p:fade spd="med"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A1A1A"/>
                </a:solidFill>
                <a:latin typeface="DejaVu Sans"/>
              </a:rPr>
              <a:t>Một ảnh, một câu, không thêm gì.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595959"/>
                </a:solidFill>
                <a:latin typeface="DejaVu Sans"/>
              </a:rPr>
              <a:t>Bước tiếp: dùng bảng (table) cho dữ liệu nhiều cột</a:t>
            </a:r>
          </a:p>
        </p:txBody>
      </p:sp>
    </p:spTree>
  </p:cSld>
  <p:transition>
    <p:fade spd="med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