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Quy trình kiểm tra một bài giảng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B0C4DE"/>
                </a:solidFill>
                <a:latin typeface="DejaVu Sans"/>
              </a:rPr>
              <a:t>Từ dàn ý tới slide chiếu, 6 bước trước khi bấm trình chiếu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1 · bộ slide tiếng Việt có dấu · font: DejaVu Sans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6 bước, mỗi bước một tiêu chuẩn đo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48132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Chọn đúng chủ đề và người nghe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5000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Viết tiêu đề hành động trước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1868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Lựa chọn loại biểu đồ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79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5ED7"/>
                </a:solidFill>
                <a:latin typeface="DejaVu San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87367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Dọn nội dung thừa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5ED7"/>
                </a:solidFill>
                <a:latin typeface="DejaVu Sans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95604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Đo tương phản và cỡ chữ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5ED7"/>
                </a:solidFill>
                <a:latin typeface="DejaVu Sans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824727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Chạy thử và hỏi ý kiến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  <a:latin typeface="DejaVu Sans"/>
              </a:rPr>
              <a:t>Chưa đạt: đọc slide thay vì kể chuyện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Buổi trước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Bullet 5 dòng mỗi 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Tiêu đề chỉ là chủ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Biểu đồ 3 trục trộn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Sau chỉnh sửa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Mỗi ý một câu kết luận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Tiêu đề là kết quả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Một trục, một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Nguyên tắc: nếu phải đọc hết chữ trên slide thì slide chứa quá nhiều.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Trình tự dọn nội dung: từ nhiều tới ít</a:t>
            </a:r>
          </a:p>
        </p:txBody>
      </p:sp>
      <p:sp>
        <p:nvSpPr>
          <p:cNvPr id="3" name="Oval 2"/>
          <p:cNvSpPr/>
          <p:nvPr/>
        </p:nvSpPr>
        <p:spPr>
          <a:xfrm>
            <a:off x="146304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Ghi đủ ý</a:t>
            </a:r>
          </a:p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thành 20 gạch đầu dòng</a:t>
            </a:r>
          </a:p>
        </p:txBody>
      </p:sp>
      <p:sp>
        <p:nvSpPr>
          <p:cNvPr id="7" name="Oval 6"/>
          <p:cNvSpPr/>
          <p:nvPr/>
        </p:nvSpPr>
        <p:spPr>
          <a:xfrm>
            <a:off x="425196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Chọn còn</a:t>
            </a:r>
          </a:p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8 gạch đầu dòng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Cắt về</a:t>
            </a:r>
          </a:p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3 gạch đầu dòng</a:t>
            </a:r>
          </a:p>
        </p:txBody>
      </p:sp>
      <p:sp>
        <p:nvSpPr>
          <p:cNvPr id="15" name="Oval 14"/>
          <p:cNvSpPr/>
          <p:nvPr/>
        </p:nvSpPr>
        <p:spPr>
          <a:xfrm>
            <a:off x="9829799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799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Mỗi gạch</a:t>
            </a:r>
          </a:p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một câu kết luận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  <a:latin typeface="DejaVu Sans"/>
              </a:rPr>
              <a:t>Cai nào tốn thời gian nhất: kiểm tra lại chiếm hơn nửa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5850" y="3858768"/>
            <a:ext cx="1226820" cy="1170432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5850" y="3447287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810" y="5166360"/>
            <a:ext cx="20497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Đàn ý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8450" y="3273552"/>
            <a:ext cx="1226820" cy="1755648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8450" y="2862072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8410" y="5166360"/>
            <a:ext cx="20497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Tiêu đề hành động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1050" y="2688335"/>
            <a:ext cx="1226820" cy="2340864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1050" y="2276855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1010" y="5166360"/>
            <a:ext cx="20497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Chọn loại biểu đồ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3650" y="2922422"/>
            <a:ext cx="1226820" cy="2106777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3650" y="2510942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3610" y="5166360"/>
            <a:ext cx="20497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Dọn 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6249" y="3624681"/>
            <a:ext cx="1226820" cy="1404518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6249" y="3213201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6210" y="5166360"/>
            <a:ext cx="20497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Đo tương phản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48850" y="2103120"/>
            <a:ext cx="1226820" cy="292608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850" y="1691639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810" y="5166360"/>
            <a:ext cx="20497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Chạy thử + góp 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ước lượng thời gian chuẩn bị cho một bộ 10 slide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Đi hỏi ý kiến trước buổi chính thức,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chỉnh sửa một lần vẫn còn kịp.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quy trình tự kiểm trước khi trình chiếu (RESEARCH.md mục 10)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DejaVu Sans"/>
              </a:rPr>
              <a:t>Trước khi trình chiếu,</a:t>
            </a:r>
          </a:p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DejaVu Sans"/>
              </a:rPr>
              <a:t>đọc lại checklist mười điểm.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Chuyển động: mỗi trang một lần, không hiệu ứng gây rối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