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Phiên MCP thật: tool làm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Ghi lại vào mcp_test.log (tiêu chí 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2 · session stdio JSON-RPC thật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Bốn bước của phiên này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initialize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tools/list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tools/call: make_deck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59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70247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tools/call: check_deck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Bước nào tốn thời gian nhất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8428" y="4572000"/>
            <a:ext cx="1472184" cy="36576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8428" y="4160520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initialize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1548" y="4206240"/>
            <a:ext cx="1472184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1548" y="3794760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50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tools/list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4668" y="2011680"/>
            <a:ext cx="1472184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4668" y="1600200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462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make_deck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47788" y="2377440"/>
            <a:ext cx="1472184" cy="25603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7788" y="1965960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774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check_deck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0908" y="4206240"/>
            <a:ext cx="1472184" cy="73152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0908" y="3794760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0868" y="507492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render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Trình tự đúng thứ tự của một phiên MCP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Mở phiên, gửi initialize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Yêu cầu tools/list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Gọi make_deck với spec JSON</a:t>
            </a:r>
          </a:p>
        </p:txBody>
      </p:sp>
      <p:sp>
        <p:nvSpPr>
          <p:cNvPr id="15" name="Oval 14"/>
          <p:cNvSpPr/>
          <p:nvPr/>
        </p:nvSpPr>
        <p:spPr>
          <a:xfrm>
            <a:off x="9829799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799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Gọi check_deck trên file .pptx vừa tạo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Điều gì ghi trong log, điều gì kiểm bằng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Chỉ log (mcp_test.log)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Yêu cầu initialize và tools/list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Trả về danh sách 2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Gọi make_deck, trả về đường dẫn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Kiểm bằng file và 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.pptx có 6 slide, đủ chuyển trang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Ảnh render xem từng trang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check_deck: lỗi cứng là không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MCP server deck đã tạo và tự kiểm file .pptx thật.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Xác nhận bằng: file + log + ảnh render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