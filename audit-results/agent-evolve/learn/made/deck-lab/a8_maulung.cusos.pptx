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Lồng màu và lưới vào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Ba màu, ba loại hình, một câu chuyện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Ngày 2 · bộ thứ hai theo SKILL.md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Bốn quyết định, một trang số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Chọn đúng loại hình theo trục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Sắp xếp ba màu theo vai trò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Khoanh vùng nên nhìn, chỉ một điểm nhấn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59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70247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Tóm thành một con số duy nhất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màu, mỗi màu một việc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5A6B85"/>
                </a:solidFill>
                <a:latin typeface="DejaVu Sa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nền duy nhất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Trắng hoặc navy; không thay nền giữa các slide có số.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5A6B85"/>
                </a:solidFill>
                <a:latin typeface="DejaVu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màu nhấn duy nhất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Chỉ dùng cho thanh/điểm dữ liệu quan trọng nhất.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5A6B85"/>
                </a:solidFill>
                <a:latin typeface="DejaVu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màu xám cho phần còn lại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Mọi thanh phụ, nhãn, trục đều cùng một màu xám cố định.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Bốn bước biến số thô thành một thông điệp</a:t>
            </a:r>
          </a:p>
        </p:txBody>
      </p:sp>
      <p:sp>
        <p:nvSpPr>
          <p:cNvPr id="3" name="Oval 2"/>
          <p:cNvSpPr/>
          <p:nvPr/>
        </p:nvSpPr>
        <p:spPr>
          <a:xfrm>
            <a:off x="146304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Chọn loại hình theo trục dữ liệu</a:t>
            </a:r>
          </a:p>
        </p:txBody>
      </p:sp>
      <p:sp>
        <p:nvSpPr>
          <p:cNvPr id="7" name="Oval 6"/>
          <p:cNvSpPr/>
          <p:nvPr/>
        </p:nvSpPr>
        <p:spPr>
          <a:xfrm>
            <a:off x="425196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4924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6616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Xoay trục, sắp nhóm theo câu chuyện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3816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8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Đa màu, giữ đúng ba vai trò</a:t>
            </a:r>
          </a:p>
        </p:txBody>
      </p:sp>
      <p:sp>
        <p:nvSpPr>
          <p:cNvPr id="15" name="Oval 14"/>
          <p:cNvSpPr/>
          <p:nvPr/>
        </p:nvSpPr>
        <p:spPr>
          <a:xfrm>
            <a:off x="9829799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799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Đặt tiêu đề câu kết luận lên trên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Chỉ một con số đáng nhớ: tăng 63 phần trăm</a:t>
            </a:r>
          </a:p>
        </p:txBody>
      </p:sp>
      <p:sp>
        <p:nvSpPr>
          <p:cNvPr id="3" name="Rectangle 2"/>
          <p:cNvSpPr/>
          <p:nvPr/>
        </p:nvSpPr>
        <p:spPr>
          <a:xfrm>
            <a:off x="1138428" y="3915954"/>
            <a:ext cx="1472184" cy="1021805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8428" y="3504474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8" y="507492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1548" y="3312160"/>
            <a:ext cx="1472184" cy="162560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1548" y="2900680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508" y="507492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4668" y="3033485"/>
            <a:ext cx="1472184" cy="1904274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4668" y="2622005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4628" y="507492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47788" y="2243908"/>
            <a:ext cx="1472184" cy="2693851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7788" y="1832428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7748" y="507492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0908" y="2011680"/>
            <a:ext cx="1472184" cy="292608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0908" y="1600200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0868" y="507492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số minh họa để demo bố cục, không phải dữ liệu thật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Một màu nhấn,</a:t>
            </a:r>
          </a:p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một con số, một câu kết luận.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gói hai bộ slide này thành công thức trong SKILL.md v2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