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Doanh thu tăng theo quý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Mỗi quý cao hơn quý trước, bứt phá ở quý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Bộ 13 · số liệu có biểu đồ · tiếng Việt có dấu · tạo bằng plugin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đọc số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Xác định trục thời gian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Tìm điểm bứt phá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Rút một thông điệp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Doanh thu quý 4 cao gấp 2,5 lần quý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217295" y="3767328"/>
            <a:ext cx="1840229" cy="1170432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17295" y="3355848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72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6195" y="3533241"/>
            <a:ext cx="1840229" cy="1404518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6195" y="3121761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6154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Q2</a:t>
            </a:r>
          </a:p>
        </p:txBody>
      </p:sp>
      <p:sp>
        <p:nvSpPr>
          <p:cNvPr id="9" name="Rectangle 8"/>
          <p:cNvSpPr/>
          <p:nvPr/>
        </p:nvSpPr>
        <p:spPr>
          <a:xfrm>
            <a:off x="6475095" y="3123590"/>
            <a:ext cx="1840229" cy="1814169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5095" y="271211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50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03995" y="2011680"/>
            <a:ext cx="1840229" cy="292608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3995" y="1600200"/>
            <a:ext cx="18402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83955" y="5074920"/>
            <a:ext cx="266318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số minh họa cho bố cục biểu đồ (không phải số thật)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con số chốt lại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+150%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tăng so với 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So sánh thẳng, không qua trung gian.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quý bứt phá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Một cột, một điểm nhấn duy nhất.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thông điệp duy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Mọi số khác chỉ để dẫn dắt.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Số không tự kể chuyện,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nó cần một trục đúng loại.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chọn loại biểu đồ (SKILL.md mục 5)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Mỗi biểu đồ, một câu kết luận.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bộ quy trình từng bước, tạo bằng plugin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