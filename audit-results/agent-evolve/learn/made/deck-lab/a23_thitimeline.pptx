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Thi thử bằng layout timeline mới (bố cục số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Mốc thời gian: từ ý tưởng đến slide hoàn chỉnh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23 · timeline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phần của bài thi này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Tạo bộ slide hoàn toàn bằng tool, không code lại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Tự kiểm 8 điểm bằng check_deck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Xem render từng trang bằng mắt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Mốc thời gian chuẩn bị một bộ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10515600" cy="54864"/>
          </a:xfrm>
          <a:prstGeom prst="rect">
            <a:avLst/>
          </a:prstGeom>
          <a:solidFill>
            <a:srgbClr val="D0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46503" y="3163824"/>
            <a:ext cx="256032" cy="256032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39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Giai đoạn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36576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5ED7"/>
                </a:solidFill>
                <a:latin typeface="DejaVu Sans"/>
              </a:rPr>
              <a:t>Xác định thông điệp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39" y="429768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Một câu duy nhất.</a:t>
            </a:r>
          </a:p>
        </p:txBody>
      </p:sp>
      <p:sp>
        <p:nvSpPr>
          <p:cNvPr id="8" name="Oval 7"/>
          <p:cNvSpPr/>
          <p:nvPr/>
        </p:nvSpPr>
        <p:spPr>
          <a:xfrm>
            <a:off x="3849624" y="3163824"/>
            <a:ext cx="256032" cy="256032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Giai đoạn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6576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5ED7"/>
                </a:solidFill>
                <a:latin typeface="DejaVu Sans"/>
              </a:rPr>
              <a:t>Chọn trục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29768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Rời rạc hay liên tục.</a:t>
            </a:r>
          </a:p>
        </p:txBody>
      </p:sp>
      <p:sp>
        <p:nvSpPr>
          <p:cNvPr id="12" name="Oval 11"/>
          <p:cNvSpPr/>
          <p:nvPr/>
        </p:nvSpPr>
        <p:spPr>
          <a:xfrm>
            <a:off x="5952744" y="3163824"/>
            <a:ext cx="256032" cy="256032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Giai đoạn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6576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5ED7"/>
                </a:solidFill>
                <a:latin typeface="DejaVu Sans"/>
              </a:rPr>
              <a:t>Dọn nội dung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29768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Cắt còn 3 gạch mỗi slide.</a:t>
            </a:r>
          </a:p>
        </p:txBody>
      </p:sp>
      <p:sp>
        <p:nvSpPr>
          <p:cNvPr id="16" name="Oval 15"/>
          <p:cNvSpPr/>
          <p:nvPr/>
        </p:nvSpPr>
        <p:spPr>
          <a:xfrm>
            <a:off x="8055863" y="3163824"/>
            <a:ext cx="256032" cy="256032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Giai đoạn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36576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5ED7"/>
                </a:solidFill>
                <a:latin typeface="DejaVu Sans"/>
              </a:rPr>
              <a:t>Tự kiểm và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429768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Chạy check_deck.</a:t>
            </a:r>
          </a:p>
        </p:txBody>
      </p:sp>
      <p:sp>
        <p:nvSpPr>
          <p:cNvPr id="20" name="Oval 19"/>
          <p:cNvSpPr/>
          <p:nvPr/>
        </p:nvSpPr>
        <p:spPr>
          <a:xfrm>
            <a:off x="10158984" y="3163824"/>
            <a:ext cx="256032" cy="256032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A1A1A"/>
                </a:solidFill>
                <a:latin typeface="DejaVu Sans"/>
              </a:rPr>
              <a:t>Giai đoạn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36576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5ED7"/>
                </a:solidFill>
                <a:latin typeface="DejaVu Sans"/>
              </a:rPr>
              <a:t>Trình chiếu thật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4297680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Mở bàn hỏi đáp.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quy trình chuẩn bị (RESEARCH.md, rút gọn)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Timeline hay quy trình: khác nhau ở đâu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Timeline (bố cục mới này)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['Mốc sự kiện, quý, phiên bản', 'Đi kèm thời điểm cụ thể', 'Có thể không tuyến tính']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Quy trình (bố cục số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['Bước tuần tự, có số thứ tự', 'Mỗi bước xong trước bước sau', 'Luôn đi theo một hướng']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con số của mốc thời gian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mốc tối đa mỗi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Quá 5 mốc, mắt không còn nhớ.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điểm nhấn duy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Mốc quan trọng nhất dùng màu nhấn.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12pt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sàn chữ mô tả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Không nhỏ hơn sàn tuyệt đối.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Nếu timeline không có mốc rõ,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nó chỉ là danh sách, không phải thời gian.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chọn loại hình (RESEARCH.md, Knaflic)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Một trục, năm mốc, mỗi mốc một thông điệp.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xác nhận bằng render, xem qua các tiêu chí còn lại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